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0" r:id="rId5"/>
    <p:sldId id="271" r:id="rId6"/>
    <p:sldId id="272" r:id="rId7"/>
    <p:sldId id="266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63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5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e6793c7ac87b5dd5" providerId="LiveId" clId="{EBB0FD5C-5236-4ECE-B296-ACE61EC9BBF0}"/>
    <pc:docChg chg="custSel modSld">
      <pc:chgData name="" userId="e6793c7ac87b5dd5" providerId="LiveId" clId="{EBB0FD5C-5236-4ECE-B296-ACE61EC9BBF0}" dt="2024-05-01T16:05:35.298" v="35" actId="108"/>
      <pc:docMkLst>
        <pc:docMk/>
      </pc:docMkLst>
      <pc:sldChg chg="modSp">
        <pc:chgData name="" userId="e6793c7ac87b5dd5" providerId="LiveId" clId="{EBB0FD5C-5236-4ECE-B296-ACE61EC9BBF0}" dt="2024-05-01T13:19:12.788" v="15" actId="20577"/>
        <pc:sldMkLst>
          <pc:docMk/>
          <pc:sldMk cId="3503469248" sldId="256"/>
        </pc:sldMkLst>
        <pc:spChg chg="mod">
          <ac:chgData name="" userId="e6793c7ac87b5dd5" providerId="LiveId" clId="{EBB0FD5C-5236-4ECE-B296-ACE61EC9BBF0}" dt="2024-05-01T13:19:12.788" v="15" actId="20577"/>
          <ac:spMkLst>
            <pc:docMk/>
            <pc:sldMk cId="3503469248" sldId="256"/>
            <ac:spMk id="3" creationId="{00E6438D-17E0-4B08-A4E7-63909E440C1A}"/>
          </ac:spMkLst>
        </pc:spChg>
      </pc:sldChg>
      <pc:sldChg chg="modSp">
        <pc:chgData name="" userId="e6793c7ac87b5dd5" providerId="LiveId" clId="{EBB0FD5C-5236-4ECE-B296-ACE61EC9BBF0}" dt="2024-05-01T13:19:46.705" v="31" actId="27636"/>
        <pc:sldMkLst>
          <pc:docMk/>
          <pc:sldMk cId="227938725" sldId="270"/>
        </pc:sldMkLst>
        <pc:spChg chg="mod">
          <ac:chgData name="" userId="e6793c7ac87b5dd5" providerId="LiveId" clId="{EBB0FD5C-5236-4ECE-B296-ACE61EC9BBF0}" dt="2024-05-01T13:19:46.705" v="31" actId="27636"/>
          <ac:spMkLst>
            <pc:docMk/>
            <pc:sldMk cId="227938725" sldId="270"/>
            <ac:spMk id="3" creationId="{74C894A3-A096-4086-8AEB-1A1949CB07AE}"/>
          </ac:spMkLst>
        </pc:spChg>
        <pc:picChg chg="mod">
          <ac:chgData name="" userId="e6793c7ac87b5dd5" providerId="LiveId" clId="{EBB0FD5C-5236-4ECE-B296-ACE61EC9BBF0}" dt="2024-05-01T13:19:40.541" v="28" actId="1038"/>
          <ac:picMkLst>
            <pc:docMk/>
            <pc:sldMk cId="227938725" sldId="270"/>
            <ac:picMk id="4" creationId="{25A22BCF-9555-4E7D-A9A9-284446F32EE3}"/>
          </ac:picMkLst>
        </pc:picChg>
      </pc:sldChg>
      <pc:sldChg chg="modSp">
        <pc:chgData name="" userId="e6793c7ac87b5dd5" providerId="LiveId" clId="{EBB0FD5C-5236-4ECE-B296-ACE61EC9BBF0}" dt="2024-05-01T13:20:26.025" v="32" actId="6549"/>
        <pc:sldMkLst>
          <pc:docMk/>
          <pc:sldMk cId="4022280593" sldId="276"/>
        </pc:sldMkLst>
        <pc:spChg chg="mod">
          <ac:chgData name="" userId="e6793c7ac87b5dd5" providerId="LiveId" clId="{EBB0FD5C-5236-4ECE-B296-ACE61EC9BBF0}" dt="2024-05-01T13:20:26.025" v="32" actId="6549"/>
          <ac:spMkLst>
            <pc:docMk/>
            <pc:sldMk cId="4022280593" sldId="276"/>
            <ac:spMk id="3" creationId="{74C894A3-A096-4086-8AEB-1A1949CB07AE}"/>
          </ac:spMkLst>
        </pc:spChg>
      </pc:sldChg>
      <pc:sldChg chg="modSp">
        <pc:chgData name="" userId="e6793c7ac87b5dd5" providerId="LiveId" clId="{EBB0FD5C-5236-4ECE-B296-ACE61EC9BBF0}" dt="2024-05-01T16:05:35.298" v="35" actId="108"/>
        <pc:sldMkLst>
          <pc:docMk/>
          <pc:sldMk cId="2679396778" sldId="280"/>
        </pc:sldMkLst>
        <pc:spChg chg="mod">
          <ac:chgData name="" userId="e6793c7ac87b5dd5" providerId="LiveId" clId="{EBB0FD5C-5236-4ECE-B296-ACE61EC9BBF0}" dt="2024-05-01T16:05:35.298" v="35" actId="108"/>
          <ac:spMkLst>
            <pc:docMk/>
            <pc:sldMk cId="2679396778" sldId="280"/>
            <ac:spMk id="3" creationId="{74C894A3-A096-4086-8AEB-1A1949CB07AE}"/>
          </ac:spMkLst>
        </pc:spChg>
      </pc:sldChg>
    </pc:docChg>
  </pc:docChgLst>
  <pc:docChgLst>
    <pc:chgData userId="e6793c7ac87b5dd5" providerId="LiveId" clId="{3B118CAF-8F2B-4D97-B1D9-865E3B0D47C3}"/>
    <pc:docChg chg="undo custSel addSld modSld">
      <pc:chgData name="" userId="e6793c7ac87b5dd5" providerId="LiveId" clId="{3B118CAF-8F2B-4D97-B1D9-865E3B0D47C3}" dt="2024-04-26T02:29:46.402" v="472" actId="20577"/>
      <pc:docMkLst>
        <pc:docMk/>
      </pc:docMkLst>
      <pc:sldChg chg="addSp delSp modSp">
        <pc:chgData name="" userId="e6793c7ac87b5dd5" providerId="LiveId" clId="{3B118CAF-8F2B-4D97-B1D9-865E3B0D47C3}" dt="2024-04-25T15:16:38.558" v="23" actId="108"/>
        <pc:sldMkLst>
          <pc:docMk/>
          <pc:sldMk cId="2102387698" sldId="257"/>
        </pc:sldMkLst>
        <pc:spChg chg="mod">
          <ac:chgData name="" userId="e6793c7ac87b5dd5" providerId="LiveId" clId="{3B118CAF-8F2B-4D97-B1D9-865E3B0D47C3}" dt="2024-04-25T15:16:38.558" v="23" actId="108"/>
          <ac:spMkLst>
            <pc:docMk/>
            <pc:sldMk cId="2102387698" sldId="257"/>
            <ac:spMk id="3" creationId="{74C894A3-A096-4086-8AEB-1A1949CB07AE}"/>
          </ac:spMkLst>
        </pc:spChg>
        <pc:spChg chg="add del">
          <ac:chgData name="" userId="e6793c7ac87b5dd5" providerId="LiveId" clId="{3B118CAF-8F2B-4D97-B1D9-865E3B0D47C3}" dt="2024-04-25T15:15:36.168" v="7"/>
          <ac:spMkLst>
            <pc:docMk/>
            <pc:sldMk cId="2102387698" sldId="257"/>
            <ac:spMk id="4" creationId="{1249E554-8A65-47BD-8406-A66DCDF242FC}"/>
          </ac:spMkLst>
        </pc:spChg>
      </pc:sldChg>
      <pc:sldChg chg="modSp add">
        <pc:chgData name="" userId="e6793c7ac87b5dd5" providerId="LiveId" clId="{3B118CAF-8F2B-4D97-B1D9-865E3B0D47C3}" dt="2024-04-25T16:48:24.748" v="360" actId="14100"/>
        <pc:sldMkLst>
          <pc:docMk/>
          <pc:sldMk cId="1082057009" sldId="263"/>
        </pc:sldMkLst>
        <pc:spChg chg="mod">
          <ac:chgData name="" userId="e6793c7ac87b5dd5" providerId="LiveId" clId="{3B118CAF-8F2B-4D97-B1D9-865E3B0D47C3}" dt="2024-04-25T16:48:24.748" v="360" actId="14100"/>
          <ac:spMkLst>
            <pc:docMk/>
            <pc:sldMk cId="1082057009" sldId="263"/>
            <ac:spMk id="2" creationId="{A1D85442-06A0-4679-83B3-7107504F1966}"/>
          </ac:spMkLst>
        </pc:spChg>
        <pc:spChg chg="mod">
          <ac:chgData name="" userId="e6793c7ac87b5dd5" providerId="LiveId" clId="{3B118CAF-8F2B-4D97-B1D9-865E3B0D47C3}" dt="2024-04-25T16:45:19.521" v="316" actId="1036"/>
          <ac:spMkLst>
            <pc:docMk/>
            <pc:sldMk cId="1082057009" sldId="263"/>
            <ac:spMk id="3" creationId="{74C894A3-A096-4086-8AEB-1A1949CB07AE}"/>
          </ac:spMkLst>
        </pc:spChg>
        <pc:spChg chg="mod">
          <ac:chgData name="" userId="e6793c7ac87b5dd5" providerId="LiveId" clId="{3B118CAF-8F2B-4D97-B1D9-865E3B0D47C3}" dt="2024-04-25T16:47:22.770" v="335" actId="948"/>
          <ac:spMkLst>
            <pc:docMk/>
            <pc:sldMk cId="1082057009" sldId="263"/>
            <ac:spMk id="4" creationId="{BDCF4A9C-A90E-45F2-BE1A-178AF0415049}"/>
          </ac:spMkLst>
        </pc:spChg>
      </pc:sldChg>
      <pc:sldChg chg="modSp add">
        <pc:chgData name="" userId="e6793c7ac87b5dd5" providerId="LiveId" clId="{3B118CAF-8F2B-4D97-B1D9-865E3B0D47C3}" dt="2024-04-26T02:29:46.402" v="472" actId="20577"/>
        <pc:sldMkLst>
          <pc:docMk/>
          <pc:sldMk cId="1975579708" sldId="266"/>
        </pc:sldMkLst>
        <pc:spChg chg="mod">
          <ac:chgData name="" userId="e6793c7ac87b5dd5" providerId="LiveId" clId="{3B118CAF-8F2B-4D97-B1D9-865E3B0D47C3}" dt="2024-04-26T02:25:05.233" v="451" actId="20577"/>
          <ac:spMkLst>
            <pc:docMk/>
            <pc:sldMk cId="1975579708" sldId="266"/>
            <ac:spMk id="2" creationId="{A1D85442-06A0-4679-83B3-7107504F1966}"/>
          </ac:spMkLst>
        </pc:spChg>
        <pc:spChg chg="mod">
          <ac:chgData name="" userId="e6793c7ac87b5dd5" providerId="LiveId" clId="{3B118CAF-8F2B-4D97-B1D9-865E3B0D47C3}" dt="2024-04-26T02:29:42.723" v="471" actId="20577"/>
          <ac:spMkLst>
            <pc:docMk/>
            <pc:sldMk cId="1975579708" sldId="266"/>
            <ac:spMk id="3" creationId="{74C894A3-A096-4086-8AEB-1A1949CB07AE}"/>
          </ac:spMkLst>
        </pc:spChg>
        <pc:spChg chg="mod">
          <ac:chgData name="" userId="e6793c7ac87b5dd5" providerId="LiveId" clId="{3B118CAF-8F2B-4D97-B1D9-865E3B0D47C3}" dt="2024-04-26T02:29:46.402" v="472" actId="20577"/>
          <ac:spMkLst>
            <pc:docMk/>
            <pc:sldMk cId="1975579708" sldId="266"/>
            <ac:spMk id="4" creationId="{BDCF4A9C-A90E-45F2-BE1A-178AF0415049}"/>
          </ac:spMkLst>
        </pc:spChg>
      </pc:sldChg>
    </pc:docChg>
  </pc:docChgLst>
  <pc:docChgLst>
    <pc:chgData userId="e6793c7ac87b5dd5" providerId="LiveId" clId="{AC6C27DC-AD36-46F4-B435-8D1F021F1594}"/>
    <pc:docChg chg="undo custSel addSld delSld modSld">
      <pc:chgData name="" userId="e6793c7ac87b5dd5" providerId="LiveId" clId="{AC6C27DC-AD36-46F4-B435-8D1F021F1594}" dt="2024-05-03T04:48:32.615" v="3271" actId="108"/>
      <pc:docMkLst>
        <pc:docMk/>
      </pc:docMkLst>
      <pc:sldChg chg="modSp">
        <pc:chgData name="" userId="e6793c7ac87b5dd5" providerId="LiveId" clId="{AC6C27DC-AD36-46F4-B435-8D1F021F1594}" dt="2024-04-30T03:51:59.744" v="118"/>
        <pc:sldMkLst>
          <pc:docMk/>
          <pc:sldMk cId="3503469248" sldId="256"/>
        </pc:sldMkLst>
        <pc:spChg chg="mod">
          <ac:chgData name="" userId="e6793c7ac87b5dd5" providerId="LiveId" clId="{AC6C27DC-AD36-46F4-B435-8D1F021F1594}" dt="2024-04-30T03:42:27.991" v="55" actId="20577"/>
          <ac:spMkLst>
            <pc:docMk/>
            <pc:sldMk cId="3503469248" sldId="256"/>
            <ac:spMk id="2" creationId="{5C7240CD-BA95-4E6B-9ACC-042B848040D1}"/>
          </ac:spMkLst>
        </pc:spChg>
        <pc:spChg chg="mod">
          <ac:chgData name="" userId="e6793c7ac87b5dd5" providerId="LiveId" clId="{AC6C27DC-AD36-46F4-B435-8D1F021F1594}" dt="2024-04-30T03:51:59.744" v="118"/>
          <ac:spMkLst>
            <pc:docMk/>
            <pc:sldMk cId="3503469248" sldId="256"/>
            <ac:spMk id="3" creationId="{00E6438D-17E0-4B08-A4E7-63909E440C1A}"/>
          </ac:spMkLst>
        </pc:spChg>
      </pc:sldChg>
      <pc:sldChg chg="modSp">
        <pc:chgData name="" userId="e6793c7ac87b5dd5" providerId="LiveId" clId="{AC6C27DC-AD36-46F4-B435-8D1F021F1594}" dt="2024-05-02T11:14:11.711" v="2743" actId="6549"/>
        <pc:sldMkLst>
          <pc:docMk/>
          <pc:sldMk cId="2102387698" sldId="257"/>
        </pc:sldMkLst>
        <pc:spChg chg="mod">
          <ac:chgData name="" userId="e6793c7ac87b5dd5" providerId="LiveId" clId="{AC6C27DC-AD36-46F4-B435-8D1F021F1594}" dt="2024-04-30T04:17:38.504" v="135" actId="20577"/>
          <ac:spMkLst>
            <pc:docMk/>
            <pc:sldMk cId="2102387698" sldId="257"/>
            <ac:spMk id="2" creationId="{A1D85442-06A0-4679-83B3-7107504F1966}"/>
          </ac:spMkLst>
        </pc:spChg>
        <pc:spChg chg="mod">
          <ac:chgData name="" userId="e6793c7ac87b5dd5" providerId="LiveId" clId="{AC6C27DC-AD36-46F4-B435-8D1F021F1594}" dt="2024-05-02T11:14:11.711" v="2743" actId="6549"/>
          <ac:spMkLst>
            <pc:docMk/>
            <pc:sldMk cId="2102387698" sldId="257"/>
            <ac:spMk id="3" creationId="{74C894A3-A096-4086-8AEB-1A1949CB07AE}"/>
          </ac:spMkLst>
        </pc:spChg>
      </pc:sldChg>
      <pc:sldChg chg="modSp add">
        <pc:chgData name="" userId="e6793c7ac87b5dd5" providerId="LiveId" clId="{AC6C27DC-AD36-46F4-B435-8D1F021F1594}" dt="2024-05-02T03:58:55.416" v="2304" actId="20577"/>
        <pc:sldMkLst>
          <pc:docMk/>
          <pc:sldMk cId="1921140430" sldId="258"/>
        </pc:sldMkLst>
        <pc:spChg chg="mod">
          <ac:chgData name="" userId="e6793c7ac87b5dd5" providerId="LiveId" clId="{AC6C27DC-AD36-46F4-B435-8D1F021F1594}" dt="2024-05-02T03:58:55.416" v="2304" actId="20577"/>
          <ac:spMkLst>
            <pc:docMk/>
            <pc:sldMk cId="1921140430" sldId="258"/>
            <ac:spMk id="3" creationId="{74C894A3-A096-4086-8AEB-1A1949CB07AE}"/>
          </ac:spMkLst>
        </pc:spChg>
      </pc:sldChg>
      <pc:sldChg chg="addSp delSp modSp">
        <pc:chgData name="" userId="e6793c7ac87b5dd5" providerId="LiveId" clId="{AC6C27DC-AD36-46F4-B435-8D1F021F1594}" dt="2024-04-30T12:58:52.660" v="2297" actId="20577"/>
        <pc:sldMkLst>
          <pc:docMk/>
          <pc:sldMk cId="1082057009" sldId="263"/>
        </pc:sldMkLst>
        <pc:spChg chg="mod">
          <ac:chgData name="" userId="e6793c7ac87b5dd5" providerId="LiveId" clId="{AC6C27DC-AD36-46F4-B435-8D1F021F1594}" dt="2024-04-30T12:57:56.658" v="2275" actId="122"/>
          <ac:spMkLst>
            <pc:docMk/>
            <pc:sldMk cId="1082057009" sldId="263"/>
            <ac:spMk id="2" creationId="{A1D85442-06A0-4679-83B3-7107504F1966}"/>
          </ac:spMkLst>
        </pc:spChg>
        <pc:spChg chg="del">
          <ac:chgData name="" userId="e6793c7ac87b5dd5" providerId="LiveId" clId="{AC6C27DC-AD36-46F4-B435-8D1F021F1594}" dt="2024-04-30T12:57:29.269" v="2241" actId="478"/>
          <ac:spMkLst>
            <pc:docMk/>
            <pc:sldMk cId="1082057009" sldId="263"/>
            <ac:spMk id="3" creationId="{74C894A3-A096-4086-8AEB-1A1949CB07AE}"/>
          </ac:spMkLst>
        </pc:spChg>
        <pc:spChg chg="mod">
          <ac:chgData name="" userId="e6793c7ac87b5dd5" providerId="LiveId" clId="{AC6C27DC-AD36-46F4-B435-8D1F021F1594}" dt="2024-04-30T12:58:52.660" v="2297" actId="20577"/>
          <ac:spMkLst>
            <pc:docMk/>
            <pc:sldMk cId="1082057009" sldId="263"/>
            <ac:spMk id="4" creationId="{BDCF4A9C-A90E-45F2-BE1A-178AF0415049}"/>
          </ac:spMkLst>
        </pc:spChg>
        <pc:spChg chg="add del mod">
          <ac:chgData name="" userId="e6793c7ac87b5dd5" providerId="LiveId" clId="{AC6C27DC-AD36-46F4-B435-8D1F021F1594}" dt="2024-04-30T12:57:31.615" v="2242" actId="478"/>
          <ac:spMkLst>
            <pc:docMk/>
            <pc:sldMk cId="1082057009" sldId="263"/>
            <ac:spMk id="6" creationId="{ED439411-6C49-4144-966E-651EE782033A}"/>
          </ac:spMkLst>
        </pc:spChg>
      </pc:sldChg>
      <pc:sldChg chg="modSp">
        <pc:chgData name="" userId="e6793c7ac87b5dd5" providerId="LiveId" clId="{AC6C27DC-AD36-46F4-B435-8D1F021F1594}" dt="2024-05-02T12:39:21.283" v="3259" actId="6549"/>
        <pc:sldMkLst>
          <pc:docMk/>
          <pc:sldMk cId="1975579708" sldId="266"/>
        </pc:sldMkLst>
        <pc:spChg chg="mod">
          <ac:chgData name="" userId="e6793c7ac87b5dd5" providerId="LiveId" clId="{AC6C27DC-AD36-46F4-B435-8D1F021F1594}" dt="2024-04-30T10:58:06.750" v="939" actId="108"/>
          <ac:spMkLst>
            <pc:docMk/>
            <pc:sldMk cId="1975579708" sldId="266"/>
            <ac:spMk id="2" creationId="{A1D85442-06A0-4679-83B3-7107504F1966}"/>
          </ac:spMkLst>
        </pc:spChg>
        <pc:spChg chg="mod">
          <ac:chgData name="" userId="e6793c7ac87b5dd5" providerId="LiveId" clId="{AC6C27DC-AD36-46F4-B435-8D1F021F1594}" dt="2024-05-02T12:35:14.083" v="3183" actId="6549"/>
          <ac:spMkLst>
            <pc:docMk/>
            <pc:sldMk cId="1975579708" sldId="266"/>
            <ac:spMk id="3" creationId="{74C894A3-A096-4086-8AEB-1A1949CB07AE}"/>
          </ac:spMkLst>
        </pc:spChg>
        <pc:spChg chg="mod">
          <ac:chgData name="" userId="e6793c7ac87b5dd5" providerId="LiveId" clId="{AC6C27DC-AD36-46F4-B435-8D1F021F1594}" dt="2024-05-02T12:39:21.283" v="3259" actId="6549"/>
          <ac:spMkLst>
            <pc:docMk/>
            <pc:sldMk cId="1975579708" sldId="266"/>
            <ac:spMk id="4" creationId="{BDCF4A9C-A90E-45F2-BE1A-178AF0415049}"/>
          </ac:spMkLst>
        </pc:spChg>
      </pc:sldChg>
      <pc:sldChg chg="modSp add">
        <pc:chgData name="" userId="e6793c7ac87b5dd5" providerId="LiveId" clId="{AC6C27DC-AD36-46F4-B435-8D1F021F1594}" dt="2024-05-02T12:24:43.066" v="2995" actId="20577"/>
        <pc:sldMkLst>
          <pc:docMk/>
          <pc:sldMk cId="3447154610" sldId="269"/>
        </pc:sldMkLst>
        <pc:spChg chg="mod">
          <ac:chgData name="" userId="e6793c7ac87b5dd5" providerId="LiveId" clId="{AC6C27DC-AD36-46F4-B435-8D1F021F1594}" dt="2024-05-02T12:24:43.066" v="2995" actId="20577"/>
          <ac:spMkLst>
            <pc:docMk/>
            <pc:sldMk cId="3447154610" sldId="269"/>
            <ac:spMk id="3" creationId="{74C894A3-A096-4086-8AEB-1A1949CB07AE}"/>
          </ac:spMkLst>
        </pc:spChg>
      </pc:sldChg>
      <pc:sldChg chg="addSp modSp add">
        <pc:chgData name="" userId="e6793c7ac87b5dd5" providerId="LiveId" clId="{AC6C27DC-AD36-46F4-B435-8D1F021F1594}" dt="2024-05-02T12:26:02.383" v="2999" actId="20577"/>
        <pc:sldMkLst>
          <pc:docMk/>
          <pc:sldMk cId="227938725" sldId="270"/>
        </pc:sldMkLst>
        <pc:spChg chg="mod">
          <ac:chgData name="" userId="e6793c7ac87b5dd5" providerId="LiveId" clId="{AC6C27DC-AD36-46F4-B435-8D1F021F1594}" dt="2024-05-02T12:26:02.383" v="2999" actId="20577"/>
          <ac:spMkLst>
            <pc:docMk/>
            <pc:sldMk cId="227938725" sldId="270"/>
            <ac:spMk id="3" creationId="{74C894A3-A096-4086-8AEB-1A1949CB07AE}"/>
          </ac:spMkLst>
        </pc:spChg>
        <pc:picChg chg="add mod">
          <ac:chgData name="" userId="e6793c7ac87b5dd5" providerId="LiveId" clId="{AC6C27DC-AD36-46F4-B435-8D1F021F1594}" dt="2024-04-30T07:22:58.339" v="193" actId="1037"/>
          <ac:picMkLst>
            <pc:docMk/>
            <pc:sldMk cId="227938725" sldId="270"/>
            <ac:picMk id="4" creationId="{25A22BCF-9555-4E7D-A9A9-284446F32EE3}"/>
          </ac:picMkLst>
        </pc:picChg>
      </pc:sldChg>
      <pc:sldChg chg="addSp delSp modSp add">
        <pc:chgData name="" userId="e6793c7ac87b5dd5" providerId="LiveId" clId="{AC6C27DC-AD36-46F4-B435-8D1F021F1594}" dt="2024-05-02T12:30:33.813" v="3014" actId="255"/>
        <pc:sldMkLst>
          <pc:docMk/>
          <pc:sldMk cId="4181563447" sldId="271"/>
        </pc:sldMkLst>
        <pc:spChg chg="mod">
          <ac:chgData name="" userId="e6793c7ac87b5dd5" providerId="LiveId" clId="{AC6C27DC-AD36-46F4-B435-8D1F021F1594}" dt="2024-04-30T07:42:08.767" v="223" actId="20577"/>
          <ac:spMkLst>
            <pc:docMk/>
            <pc:sldMk cId="4181563447" sldId="271"/>
            <ac:spMk id="2" creationId="{A1D85442-06A0-4679-83B3-7107504F1966}"/>
          </ac:spMkLst>
        </pc:spChg>
        <pc:spChg chg="mod">
          <ac:chgData name="" userId="e6793c7ac87b5dd5" providerId="LiveId" clId="{AC6C27DC-AD36-46F4-B435-8D1F021F1594}" dt="2024-05-02T12:30:33.813" v="3014" actId="255"/>
          <ac:spMkLst>
            <pc:docMk/>
            <pc:sldMk cId="4181563447" sldId="271"/>
            <ac:spMk id="3" creationId="{74C894A3-A096-4086-8AEB-1A1949CB07AE}"/>
          </ac:spMkLst>
        </pc:spChg>
        <pc:spChg chg="add del">
          <ac:chgData name="" userId="e6793c7ac87b5dd5" providerId="LiveId" clId="{AC6C27DC-AD36-46F4-B435-8D1F021F1594}" dt="2024-04-30T10:37:22.241" v="296"/>
          <ac:spMkLst>
            <pc:docMk/>
            <pc:sldMk cId="4181563447" sldId="271"/>
            <ac:spMk id="4" creationId="{6B57576A-0DEF-43AC-B148-5E975B9BEDED}"/>
          </ac:spMkLst>
        </pc:spChg>
        <pc:spChg chg="add del">
          <ac:chgData name="" userId="e6793c7ac87b5dd5" providerId="LiveId" clId="{AC6C27DC-AD36-46F4-B435-8D1F021F1594}" dt="2024-04-30T10:37:20.416" v="295"/>
          <ac:spMkLst>
            <pc:docMk/>
            <pc:sldMk cId="4181563447" sldId="271"/>
            <ac:spMk id="5" creationId="{FA8B76BC-35FA-47B2-A78C-F869A1C602FB}"/>
          </ac:spMkLst>
        </pc:spChg>
        <pc:spChg chg="add del">
          <ac:chgData name="" userId="e6793c7ac87b5dd5" providerId="LiveId" clId="{AC6C27DC-AD36-46F4-B435-8D1F021F1594}" dt="2024-04-30T10:37:24.846" v="298"/>
          <ac:spMkLst>
            <pc:docMk/>
            <pc:sldMk cId="4181563447" sldId="271"/>
            <ac:spMk id="6" creationId="{22448165-8FAD-4BDD-B493-3F52E3EEB90D}"/>
          </ac:spMkLst>
        </pc:spChg>
      </pc:sldChg>
      <pc:sldChg chg="addSp delSp modSp add">
        <pc:chgData name="" userId="e6793c7ac87b5dd5" providerId="LiveId" clId="{AC6C27DC-AD36-46F4-B435-8D1F021F1594}" dt="2024-05-02T12:21:24.493" v="2990" actId="20577"/>
        <pc:sldMkLst>
          <pc:docMk/>
          <pc:sldMk cId="3109243519" sldId="272"/>
        </pc:sldMkLst>
        <pc:spChg chg="mod">
          <ac:chgData name="" userId="e6793c7ac87b5dd5" providerId="LiveId" clId="{AC6C27DC-AD36-46F4-B435-8D1F021F1594}" dt="2024-05-02T12:21:24.493" v="2990" actId="20577"/>
          <ac:spMkLst>
            <pc:docMk/>
            <pc:sldMk cId="3109243519" sldId="272"/>
            <ac:spMk id="3" creationId="{74C894A3-A096-4086-8AEB-1A1949CB07AE}"/>
          </ac:spMkLst>
        </pc:spChg>
        <pc:spChg chg="add del">
          <ac:chgData name="" userId="e6793c7ac87b5dd5" providerId="LiveId" clId="{AC6C27DC-AD36-46F4-B435-8D1F021F1594}" dt="2024-04-30T10:45:06.626" v="657"/>
          <ac:spMkLst>
            <pc:docMk/>
            <pc:sldMk cId="3109243519" sldId="272"/>
            <ac:spMk id="4" creationId="{6741EC66-43F1-481E-88EA-847AFFA7CC61}"/>
          </ac:spMkLst>
        </pc:spChg>
      </pc:sldChg>
      <pc:sldChg chg="modSp add">
        <pc:chgData name="" userId="e6793c7ac87b5dd5" providerId="LiveId" clId="{AC6C27DC-AD36-46F4-B435-8D1F021F1594}" dt="2024-04-30T11:11:46.263" v="1047" actId="108"/>
        <pc:sldMkLst>
          <pc:docMk/>
          <pc:sldMk cId="3881304139" sldId="273"/>
        </pc:sldMkLst>
        <pc:spChg chg="mod">
          <ac:chgData name="" userId="e6793c7ac87b5dd5" providerId="LiveId" clId="{AC6C27DC-AD36-46F4-B435-8D1F021F1594}" dt="2024-04-30T11:11:46.263" v="1047" actId="108"/>
          <ac:spMkLst>
            <pc:docMk/>
            <pc:sldMk cId="3881304139" sldId="273"/>
            <ac:spMk id="3" creationId="{74C894A3-A096-4086-8AEB-1A1949CB07AE}"/>
          </ac:spMkLst>
        </pc:spChg>
      </pc:sldChg>
      <pc:sldChg chg="modSp add">
        <pc:chgData name="" userId="e6793c7ac87b5dd5" providerId="LiveId" clId="{AC6C27DC-AD36-46F4-B435-8D1F021F1594}" dt="2024-04-30T11:58:32.526" v="1912" actId="403"/>
        <pc:sldMkLst>
          <pc:docMk/>
          <pc:sldMk cId="46707429" sldId="274"/>
        </pc:sldMkLst>
        <pc:spChg chg="mod">
          <ac:chgData name="" userId="e6793c7ac87b5dd5" providerId="LiveId" clId="{AC6C27DC-AD36-46F4-B435-8D1F021F1594}" dt="2024-04-30T11:58:32.526" v="1912" actId="403"/>
          <ac:spMkLst>
            <pc:docMk/>
            <pc:sldMk cId="46707429" sldId="274"/>
            <ac:spMk id="3" creationId="{74C894A3-A096-4086-8AEB-1A1949CB07AE}"/>
          </ac:spMkLst>
        </pc:spChg>
      </pc:sldChg>
      <pc:sldChg chg="modSp add">
        <pc:chgData name="" userId="e6793c7ac87b5dd5" providerId="LiveId" clId="{AC6C27DC-AD36-46F4-B435-8D1F021F1594}" dt="2024-04-30T12:03:41.266" v="1926" actId="108"/>
        <pc:sldMkLst>
          <pc:docMk/>
          <pc:sldMk cId="3239133203" sldId="275"/>
        </pc:sldMkLst>
        <pc:spChg chg="mod">
          <ac:chgData name="" userId="e6793c7ac87b5dd5" providerId="LiveId" clId="{AC6C27DC-AD36-46F4-B435-8D1F021F1594}" dt="2024-04-30T12:03:41.266" v="1926" actId="108"/>
          <ac:spMkLst>
            <pc:docMk/>
            <pc:sldMk cId="3239133203" sldId="275"/>
            <ac:spMk id="3" creationId="{74C894A3-A096-4086-8AEB-1A1949CB07AE}"/>
          </ac:spMkLst>
        </pc:spChg>
      </pc:sldChg>
      <pc:sldChg chg="modSp add">
        <pc:chgData name="" userId="e6793c7ac87b5dd5" providerId="LiveId" clId="{AC6C27DC-AD36-46F4-B435-8D1F021F1594}" dt="2024-05-02T07:38:04.319" v="2716" actId="113"/>
        <pc:sldMkLst>
          <pc:docMk/>
          <pc:sldMk cId="4022280593" sldId="276"/>
        </pc:sldMkLst>
        <pc:spChg chg="mod">
          <ac:chgData name="" userId="e6793c7ac87b5dd5" providerId="LiveId" clId="{AC6C27DC-AD36-46F4-B435-8D1F021F1594}" dt="2024-05-02T07:38:04.319" v="2716" actId="113"/>
          <ac:spMkLst>
            <pc:docMk/>
            <pc:sldMk cId="4022280593" sldId="276"/>
            <ac:spMk id="3" creationId="{74C894A3-A096-4086-8AEB-1A1949CB07AE}"/>
          </ac:spMkLst>
        </pc:spChg>
      </pc:sldChg>
      <pc:sldChg chg="modSp add">
        <pc:chgData name="" userId="e6793c7ac87b5dd5" providerId="LiveId" clId="{AC6C27DC-AD36-46F4-B435-8D1F021F1594}" dt="2024-05-02T07:40:56.343" v="2728" actId="113"/>
        <pc:sldMkLst>
          <pc:docMk/>
          <pc:sldMk cId="2724269284" sldId="277"/>
        </pc:sldMkLst>
        <pc:spChg chg="mod">
          <ac:chgData name="" userId="e6793c7ac87b5dd5" providerId="LiveId" clId="{AC6C27DC-AD36-46F4-B435-8D1F021F1594}" dt="2024-05-02T07:40:56.343" v="2728" actId="113"/>
          <ac:spMkLst>
            <pc:docMk/>
            <pc:sldMk cId="2724269284" sldId="277"/>
            <ac:spMk id="3" creationId="{74C894A3-A096-4086-8AEB-1A1949CB07AE}"/>
          </ac:spMkLst>
        </pc:spChg>
      </pc:sldChg>
      <pc:sldChg chg="modSp add">
        <pc:chgData name="" userId="e6793c7ac87b5dd5" providerId="LiveId" clId="{AC6C27DC-AD36-46F4-B435-8D1F021F1594}" dt="2024-05-02T07:42:25.699" v="2732" actId="108"/>
        <pc:sldMkLst>
          <pc:docMk/>
          <pc:sldMk cId="2064481257" sldId="278"/>
        </pc:sldMkLst>
        <pc:spChg chg="mod">
          <ac:chgData name="" userId="e6793c7ac87b5dd5" providerId="LiveId" clId="{AC6C27DC-AD36-46F4-B435-8D1F021F1594}" dt="2024-05-02T07:42:25.699" v="2732" actId="108"/>
          <ac:spMkLst>
            <pc:docMk/>
            <pc:sldMk cId="2064481257" sldId="278"/>
            <ac:spMk id="3" creationId="{74C894A3-A096-4086-8AEB-1A1949CB07AE}"/>
          </ac:spMkLst>
        </pc:spChg>
      </pc:sldChg>
      <pc:sldChg chg="modSp add">
        <pc:chgData name="" userId="e6793c7ac87b5dd5" providerId="LiveId" clId="{AC6C27DC-AD36-46F4-B435-8D1F021F1594}" dt="2024-05-02T07:42:18.061" v="2731" actId="108"/>
        <pc:sldMkLst>
          <pc:docMk/>
          <pc:sldMk cId="4171584269" sldId="279"/>
        </pc:sldMkLst>
        <pc:spChg chg="mod">
          <ac:chgData name="" userId="e6793c7ac87b5dd5" providerId="LiveId" clId="{AC6C27DC-AD36-46F4-B435-8D1F021F1594}" dt="2024-05-02T07:42:18.061" v="2731" actId="108"/>
          <ac:spMkLst>
            <pc:docMk/>
            <pc:sldMk cId="4171584269" sldId="279"/>
            <ac:spMk id="3" creationId="{74C894A3-A096-4086-8AEB-1A1949CB07AE}"/>
          </ac:spMkLst>
        </pc:spChg>
      </pc:sldChg>
      <pc:sldChg chg="modSp add">
        <pc:chgData name="" userId="e6793c7ac87b5dd5" providerId="LiveId" clId="{AC6C27DC-AD36-46F4-B435-8D1F021F1594}" dt="2024-04-30T12:50:44.130" v="2238" actId="122"/>
        <pc:sldMkLst>
          <pc:docMk/>
          <pc:sldMk cId="2679396778" sldId="280"/>
        </pc:sldMkLst>
        <pc:spChg chg="mod">
          <ac:chgData name="" userId="e6793c7ac87b5dd5" providerId="LiveId" clId="{AC6C27DC-AD36-46F4-B435-8D1F021F1594}" dt="2024-04-30T12:50:44.130" v="2238" actId="122"/>
          <ac:spMkLst>
            <pc:docMk/>
            <pc:sldMk cId="2679396778" sldId="280"/>
            <ac:spMk id="3" creationId="{74C894A3-A096-4086-8AEB-1A1949CB07AE}"/>
          </ac:spMkLst>
        </pc:spChg>
      </pc:sldChg>
      <pc:sldChg chg="modSp add">
        <pc:chgData name="" userId="e6793c7ac87b5dd5" providerId="LiveId" clId="{AC6C27DC-AD36-46F4-B435-8D1F021F1594}" dt="2024-05-02T04:06:44.734" v="2385" actId="108"/>
        <pc:sldMkLst>
          <pc:docMk/>
          <pc:sldMk cId="2648775778" sldId="281"/>
        </pc:sldMkLst>
        <pc:spChg chg="mod">
          <ac:chgData name="" userId="e6793c7ac87b5dd5" providerId="LiveId" clId="{AC6C27DC-AD36-46F4-B435-8D1F021F1594}" dt="2024-05-02T04:04:29.448" v="2322" actId="20577"/>
          <ac:spMkLst>
            <pc:docMk/>
            <pc:sldMk cId="2648775778" sldId="281"/>
            <ac:spMk id="2" creationId="{A1D85442-06A0-4679-83B3-7107504F1966}"/>
          </ac:spMkLst>
        </pc:spChg>
        <pc:spChg chg="mod">
          <ac:chgData name="" userId="e6793c7ac87b5dd5" providerId="LiveId" clId="{AC6C27DC-AD36-46F4-B435-8D1F021F1594}" dt="2024-05-02T04:06:44.734" v="2385" actId="108"/>
          <ac:spMkLst>
            <pc:docMk/>
            <pc:sldMk cId="2648775778" sldId="281"/>
            <ac:spMk id="3" creationId="{74C894A3-A096-4086-8AEB-1A1949CB07AE}"/>
          </ac:spMkLst>
        </pc:spChg>
      </pc:sldChg>
      <pc:sldChg chg="modSp add">
        <pc:chgData name="" userId="e6793c7ac87b5dd5" providerId="LiveId" clId="{AC6C27DC-AD36-46F4-B435-8D1F021F1594}" dt="2024-05-02T04:17:09.799" v="2593" actId="6549"/>
        <pc:sldMkLst>
          <pc:docMk/>
          <pc:sldMk cId="2413692013" sldId="282"/>
        </pc:sldMkLst>
        <pc:spChg chg="mod">
          <ac:chgData name="" userId="e6793c7ac87b5dd5" providerId="LiveId" clId="{AC6C27DC-AD36-46F4-B435-8D1F021F1594}" dt="2024-05-02T04:17:09.799" v="2593" actId="6549"/>
          <ac:spMkLst>
            <pc:docMk/>
            <pc:sldMk cId="2413692013" sldId="282"/>
            <ac:spMk id="3" creationId="{74C894A3-A096-4086-8AEB-1A1949CB07AE}"/>
          </ac:spMkLst>
        </pc:spChg>
      </pc:sldChg>
      <pc:sldChg chg="modSp add">
        <pc:chgData name="" userId="e6793c7ac87b5dd5" providerId="LiveId" clId="{AC6C27DC-AD36-46F4-B435-8D1F021F1594}" dt="2024-05-02T04:18:52.860" v="2600" actId="108"/>
        <pc:sldMkLst>
          <pc:docMk/>
          <pc:sldMk cId="4084027063" sldId="283"/>
        </pc:sldMkLst>
        <pc:spChg chg="mod">
          <ac:chgData name="" userId="e6793c7ac87b5dd5" providerId="LiveId" clId="{AC6C27DC-AD36-46F4-B435-8D1F021F1594}" dt="2024-05-02T04:18:52.860" v="2600" actId="108"/>
          <ac:spMkLst>
            <pc:docMk/>
            <pc:sldMk cId="4084027063" sldId="283"/>
            <ac:spMk id="3" creationId="{74C894A3-A096-4086-8AEB-1A1949CB07AE}"/>
          </ac:spMkLst>
        </pc:spChg>
      </pc:sldChg>
      <pc:sldChg chg="modSp add">
        <pc:chgData name="" userId="e6793c7ac87b5dd5" providerId="LiveId" clId="{AC6C27DC-AD36-46F4-B435-8D1F021F1594}" dt="2024-05-02T07:36:37.770" v="2707" actId="108"/>
        <pc:sldMkLst>
          <pc:docMk/>
          <pc:sldMk cId="1929242346" sldId="284"/>
        </pc:sldMkLst>
        <pc:spChg chg="mod">
          <ac:chgData name="" userId="e6793c7ac87b5dd5" providerId="LiveId" clId="{AC6C27DC-AD36-46F4-B435-8D1F021F1594}" dt="2024-05-02T07:36:37.770" v="2707" actId="108"/>
          <ac:spMkLst>
            <pc:docMk/>
            <pc:sldMk cId="1929242346" sldId="284"/>
            <ac:spMk id="3" creationId="{74C894A3-A096-4086-8AEB-1A1949CB07AE}"/>
          </ac:spMkLst>
        </pc:spChg>
      </pc:sldChg>
      <pc:sldChg chg="modSp add del">
        <pc:chgData name="" userId="e6793c7ac87b5dd5" providerId="LiveId" clId="{AC6C27DC-AD36-46F4-B435-8D1F021F1594}" dt="2024-05-02T04:25:59.252" v="2613" actId="2696"/>
        <pc:sldMkLst>
          <pc:docMk/>
          <pc:sldMk cId="2129123755" sldId="284"/>
        </pc:sldMkLst>
        <pc:spChg chg="mod">
          <ac:chgData name="" userId="e6793c7ac87b5dd5" providerId="LiveId" clId="{AC6C27DC-AD36-46F4-B435-8D1F021F1594}" dt="2024-05-02T04:22:32.154" v="2612" actId="108"/>
          <ac:spMkLst>
            <pc:docMk/>
            <pc:sldMk cId="2129123755" sldId="284"/>
            <ac:spMk id="3" creationId="{74C894A3-A096-4086-8AEB-1A1949CB07AE}"/>
          </ac:spMkLst>
        </pc:spChg>
      </pc:sldChg>
      <pc:sldChg chg="modSp add">
        <pc:chgData name="" userId="e6793c7ac87b5dd5" providerId="LiveId" clId="{AC6C27DC-AD36-46F4-B435-8D1F021F1594}" dt="2024-05-03T04:46:11.459" v="3261" actId="108"/>
        <pc:sldMkLst>
          <pc:docMk/>
          <pc:sldMk cId="1023272046" sldId="285"/>
        </pc:sldMkLst>
        <pc:spChg chg="mod">
          <ac:chgData name="" userId="e6793c7ac87b5dd5" providerId="LiveId" clId="{AC6C27DC-AD36-46F4-B435-8D1F021F1594}" dt="2024-05-03T04:46:11.459" v="3261" actId="108"/>
          <ac:spMkLst>
            <pc:docMk/>
            <pc:sldMk cId="1023272046" sldId="285"/>
            <ac:spMk id="3" creationId="{74C894A3-A096-4086-8AEB-1A1949CB07AE}"/>
          </ac:spMkLst>
        </pc:spChg>
      </pc:sldChg>
      <pc:sldChg chg="modSp add">
        <pc:chgData name="" userId="e6793c7ac87b5dd5" providerId="LiveId" clId="{AC6C27DC-AD36-46F4-B435-8D1F021F1594}" dt="2024-05-03T04:46:52.689" v="3265" actId="108"/>
        <pc:sldMkLst>
          <pc:docMk/>
          <pc:sldMk cId="4264729265" sldId="286"/>
        </pc:sldMkLst>
        <pc:spChg chg="mod">
          <ac:chgData name="" userId="e6793c7ac87b5dd5" providerId="LiveId" clId="{AC6C27DC-AD36-46F4-B435-8D1F021F1594}" dt="2024-05-03T04:46:52.689" v="3265" actId="108"/>
          <ac:spMkLst>
            <pc:docMk/>
            <pc:sldMk cId="4264729265" sldId="286"/>
            <ac:spMk id="3" creationId="{74C894A3-A096-4086-8AEB-1A1949CB07AE}"/>
          </ac:spMkLst>
        </pc:spChg>
      </pc:sldChg>
      <pc:sldChg chg="modSp add">
        <pc:chgData name="" userId="e6793c7ac87b5dd5" providerId="LiveId" clId="{AC6C27DC-AD36-46F4-B435-8D1F021F1594}" dt="2024-05-03T04:47:25.826" v="3270" actId="108"/>
        <pc:sldMkLst>
          <pc:docMk/>
          <pc:sldMk cId="4253544869" sldId="287"/>
        </pc:sldMkLst>
        <pc:spChg chg="mod">
          <ac:chgData name="" userId="e6793c7ac87b5dd5" providerId="LiveId" clId="{AC6C27DC-AD36-46F4-B435-8D1F021F1594}" dt="2024-05-03T04:47:25.826" v="3270" actId="108"/>
          <ac:spMkLst>
            <pc:docMk/>
            <pc:sldMk cId="4253544869" sldId="287"/>
            <ac:spMk id="3" creationId="{74C894A3-A096-4086-8AEB-1A1949CB07AE}"/>
          </ac:spMkLst>
        </pc:spChg>
      </pc:sldChg>
      <pc:sldChg chg="modSp add">
        <pc:chgData name="" userId="e6793c7ac87b5dd5" providerId="LiveId" clId="{AC6C27DC-AD36-46F4-B435-8D1F021F1594}" dt="2024-05-03T04:48:32.615" v="3271" actId="108"/>
        <pc:sldMkLst>
          <pc:docMk/>
          <pc:sldMk cId="3380727987" sldId="288"/>
        </pc:sldMkLst>
        <pc:spChg chg="mod">
          <ac:chgData name="" userId="e6793c7ac87b5dd5" providerId="LiveId" clId="{AC6C27DC-AD36-46F4-B435-8D1F021F1594}" dt="2024-05-03T04:48:32.615" v="3271" actId="108"/>
          <ac:spMkLst>
            <pc:docMk/>
            <pc:sldMk cId="3380727987" sldId="288"/>
            <ac:spMk id="3" creationId="{74C894A3-A096-4086-8AEB-1A1949CB07AE}"/>
          </ac:spMkLst>
        </pc:spChg>
      </pc:sldChg>
    </pc:docChg>
  </pc:docChgLst>
  <pc:docChgLst>
    <pc:chgData userId="e6793c7ac87b5dd5" providerId="LiveId" clId="{B2EE105A-C6B5-4CFE-8A4B-6043B41E31D8}"/>
    <pc:docChg chg="undo custSel addSld modSld">
      <pc:chgData name="" userId="e6793c7ac87b5dd5" providerId="LiveId" clId="{B2EE105A-C6B5-4CFE-8A4B-6043B41E31D8}" dt="2024-04-29T04:29:02.363" v="198" actId="20577"/>
      <pc:docMkLst>
        <pc:docMk/>
      </pc:docMkLst>
      <pc:sldChg chg="addSp delSp modSp">
        <pc:chgData name="" userId="e6793c7ac87b5dd5" providerId="LiveId" clId="{B2EE105A-C6B5-4CFE-8A4B-6043B41E31D8}" dt="2024-04-29T04:12:49.179" v="37" actId="6549"/>
        <pc:sldMkLst>
          <pc:docMk/>
          <pc:sldMk cId="2102387698" sldId="257"/>
        </pc:sldMkLst>
        <pc:spChg chg="mod">
          <ac:chgData name="" userId="e6793c7ac87b5dd5" providerId="LiveId" clId="{B2EE105A-C6B5-4CFE-8A4B-6043B41E31D8}" dt="2024-04-29T04:12:49.179" v="37" actId="6549"/>
          <ac:spMkLst>
            <pc:docMk/>
            <pc:sldMk cId="2102387698" sldId="257"/>
            <ac:spMk id="3" creationId="{74C894A3-A096-4086-8AEB-1A1949CB07AE}"/>
          </ac:spMkLst>
        </pc:spChg>
        <pc:spChg chg="add del">
          <ac:chgData name="" userId="e6793c7ac87b5dd5" providerId="LiveId" clId="{B2EE105A-C6B5-4CFE-8A4B-6043B41E31D8}" dt="2024-04-29T04:12:24.096" v="29"/>
          <ac:spMkLst>
            <pc:docMk/>
            <pc:sldMk cId="2102387698" sldId="257"/>
            <ac:spMk id="4" creationId="{B91A29D0-B4C5-4CDD-B910-77AFF502D6F5}"/>
          </ac:spMkLst>
        </pc:spChg>
      </pc:sldChg>
      <pc:sldChg chg="modSp">
        <pc:chgData name="" userId="e6793c7ac87b5dd5" providerId="LiveId" clId="{B2EE105A-C6B5-4CFE-8A4B-6043B41E31D8}" dt="2024-04-29T04:24:42.413" v="171" actId="14100"/>
        <pc:sldMkLst>
          <pc:docMk/>
          <pc:sldMk cId="1082057009" sldId="263"/>
        </pc:sldMkLst>
        <pc:spChg chg="mod">
          <ac:chgData name="" userId="e6793c7ac87b5dd5" providerId="LiveId" clId="{B2EE105A-C6B5-4CFE-8A4B-6043B41E31D8}" dt="2024-04-29T04:24:42.413" v="171" actId="14100"/>
          <ac:spMkLst>
            <pc:docMk/>
            <pc:sldMk cId="1082057009" sldId="263"/>
            <ac:spMk id="3" creationId="{74C894A3-A096-4086-8AEB-1A1949CB07AE}"/>
          </ac:spMkLst>
        </pc:spChg>
        <pc:spChg chg="mod">
          <ac:chgData name="" userId="e6793c7ac87b5dd5" providerId="LiveId" clId="{B2EE105A-C6B5-4CFE-8A4B-6043B41E31D8}" dt="2024-04-29T04:24:35.209" v="170" actId="13822"/>
          <ac:spMkLst>
            <pc:docMk/>
            <pc:sldMk cId="1082057009" sldId="263"/>
            <ac:spMk id="4" creationId="{BDCF4A9C-A90E-45F2-BE1A-178AF0415049}"/>
          </ac:spMkLst>
        </pc:spChg>
      </pc:sldChg>
      <pc:sldChg chg="modSp">
        <pc:chgData name="" userId="e6793c7ac87b5dd5" providerId="LiveId" clId="{B2EE105A-C6B5-4CFE-8A4B-6043B41E31D8}" dt="2024-04-29T04:29:02.363" v="198" actId="20577"/>
        <pc:sldMkLst>
          <pc:docMk/>
          <pc:sldMk cId="1975579708" sldId="266"/>
        </pc:sldMkLst>
        <pc:spChg chg="mod">
          <ac:chgData name="" userId="e6793c7ac87b5dd5" providerId="LiveId" clId="{B2EE105A-C6B5-4CFE-8A4B-6043B41E31D8}" dt="2024-04-29T04:28:59.092" v="196" actId="20577"/>
          <ac:spMkLst>
            <pc:docMk/>
            <pc:sldMk cId="1975579708" sldId="266"/>
            <ac:spMk id="3" creationId="{74C894A3-A096-4086-8AEB-1A1949CB07AE}"/>
          </ac:spMkLst>
        </pc:spChg>
        <pc:spChg chg="mod">
          <ac:chgData name="" userId="e6793c7ac87b5dd5" providerId="LiveId" clId="{B2EE105A-C6B5-4CFE-8A4B-6043B41E31D8}" dt="2024-04-29T04:29:02.363" v="198" actId="20577"/>
          <ac:spMkLst>
            <pc:docMk/>
            <pc:sldMk cId="1975579708" sldId="266"/>
            <ac:spMk id="4" creationId="{BDCF4A9C-A90E-45F2-BE1A-178AF041504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C1FE-F880-4ACD-9131-D16C2F948D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998D9-E40B-488B-AC37-1326EA48B6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20190-48A5-4570-A57F-87281B01F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17ABC-D9CE-4F48-B926-23FD2C2A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AEF5A-3903-4D1A-A905-462CF0431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108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57C5-F201-4B58-A847-9EE0AAA0E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07384-5536-4E6F-9927-65587E192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CA38C-8638-4635-95CB-E17534D80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10D97-C498-4CE6-951F-3C1BB0F88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8958E-F4B2-4481-811F-308BD74A7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022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D582B-4D4F-4E3E-8D73-52BB6B58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5FA26-A01F-4E55-81A4-A3D61045D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0489C-1A61-4494-9EC6-6175F9A30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97F7A-74CE-443B-87F1-4F1B289D8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AD31C-9FD9-4DFF-9FF1-AFF293C7C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354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C3B12-CF21-4B99-9916-82A5B7251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2BB76-9B0A-4FE0-82B3-6A46FD310C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A6A4F-FA17-4B95-8EA3-7505EB68B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20F20-0BF4-4E47-8042-771132A6C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B2FF3-6160-4552-AF90-7870EA5C2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535E7-B7F5-4573-9456-83CAD6A4F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267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8CFB3-FD62-46C6-9EFF-7BEB7EB7E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597F0-74B9-4A51-900B-5DD8B794D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BDCA4-8984-4CD4-B431-753FFF655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0EFABB-A807-4932-8A70-2F20ED36A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5313F-725F-4408-8508-535AFC900A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39C08E-F040-4DCC-9B8A-785F78710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27A64B-D8F1-4195-85B8-265D824F6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8E4994-1325-419C-8443-95B5A3E17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755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82B8E-B3B4-4B85-A04B-B40A52C44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2C972D-2DAB-4D6A-82FB-71989FCC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798490-AB84-4D14-BCD8-BD0BDAF8F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ECF79-7B25-4A90-B03D-1C3474896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743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4D03A9-96C2-4F6C-B71C-350AC4568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F9A261-7291-4AA4-8009-12244C44E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78715-1C74-4763-AB05-E15A964B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257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88204-0D6B-4DB1-9A17-034A525B3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C22AA-DAFE-4A44-A494-0FE45FA9D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4DC7E-DCF3-4F6C-887B-2E62A488B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8939A-3757-4290-876E-8E5F5FE1D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B46CE-36BD-468A-9B5C-5BC58AE3A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F4A2D-2A6F-48F3-9FDB-4BBF5407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791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D3CB-9D7A-466D-AEE8-54CDE03C4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FF29C-6FBA-40F5-A581-C738919601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F915D-5339-4CB2-882B-848D7A5AC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39CBD-F75B-4ABD-A6A3-2A50F9252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EE262-EA6E-44EA-B556-9E5045EF2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17713-1B6E-4923-A78B-4536694D5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11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C29CF-F802-4D6B-BB14-FC1A2B524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CEF6-0361-45C4-8A9E-9490A247D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A7F1A-4E47-4FFA-A0A4-0FF9F0E43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AC22F-FFE5-4CC6-B633-A31B028EE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2B746-5A2E-490E-9066-4BAB76128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770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2BC843-2A9B-4A11-93E4-C3CCED7B8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C4C1D-7C26-498C-89EC-EFCE50632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B2119-A78C-40C8-A0DF-9BB6B1080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0C20-E54B-40EF-BD87-676EBCFAC0AD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FFF3F-E885-46A7-97B0-2E2A6C32A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88DA5-0611-497A-8D73-2226D86BC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048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A263C7-4DB7-4C04-B2A6-602CF424C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2F3F8-9BA5-47D5-A658-92DFDAB23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ED460-42B7-459D-A8C2-573EDB2969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0C20-E54B-40EF-BD87-676EBCFAC0AD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5FCB9-DA5F-43BB-8044-1A37CDD785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F876A-9A2C-4737-BBDD-6EEDC280D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BE20C-0449-470B-AFDC-7DA0F940E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478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i.uevora.pt/~lmr/syscall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240CD-BA95-4E6B-9ACC-042B848040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File Access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6438D-17E0-4B08-A4E7-63909E440C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INODES</a:t>
            </a:r>
          </a:p>
          <a:p>
            <a:r>
              <a:rPr lang="en-IN" dirty="0"/>
              <a:t>&amp; </a:t>
            </a:r>
          </a:p>
          <a:p>
            <a:r>
              <a:rPr lang="en-IN" dirty="0"/>
              <a:t>System Calls</a:t>
            </a:r>
          </a:p>
        </p:txBody>
      </p:sp>
    </p:spTree>
    <p:extLst>
      <p:ext uri="{BB962C8B-B14F-4D97-AF65-F5344CB8AC3E}">
        <p14:creationId xmlns:p14="http://schemas.microsoft.com/office/powerpoint/2010/main" val="35034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I-NODE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Every file on a UNIX system has a unique </a:t>
            </a:r>
            <a:r>
              <a:rPr lang="en-US" dirty="0" err="1"/>
              <a:t>inode</a:t>
            </a:r>
            <a:r>
              <a:rPr lang="en-US" dirty="0"/>
              <a:t> (Index-node).</a:t>
            </a:r>
          </a:p>
          <a:p>
            <a:pPr algn="just"/>
            <a:r>
              <a:rPr lang="en-US" dirty="0"/>
              <a:t>The </a:t>
            </a:r>
            <a:r>
              <a:rPr lang="en-US" dirty="0" err="1"/>
              <a:t>inode</a:t>
            </a:r>
            <a:r>
              <a:rPr lang="en-US" dirty="0"/>
              <a:t> contains the information necessary for a process to access a file, such as file ownership, access rights, file size, and location of the file's data in the file system.</a:t>
            </a:r>
          </a:p>
          <a:p>
            <a:pPr algn="just"/>
            <a:r>
              <a:rPr lang="en-US" dirty="0" err="1"/>
              <a:t>Inodes</a:t>
            </a:r>
            <a:r>
              <a:rPr lang="en-US" dirty="0"/>
              <a:t> exist in a static form on disk.</a:t>
            </a:r>
          </a:p>
          <a:p>
            <a:pPr algn="just"/>
            <a:r>
              <a:rPr lang="en-US" dirty="0"/>
              <a:t>The </a:t>
            </a:r>
            <a:r>
              <a:rPr lang="en-US" dirty="0" err="1"/>
              <a:t>i</a:t>
            </a:r>
            <a:r>
              <a:rPr lang="en-US" dirty="0"/>
              <a:t>-node data structure holds all the information about a file except the file's name and its contents.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2387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I-NODE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Disk </a:t>
            </a:r>
            <a:r>
              <a:rPr lang="en-US" dirty="0" err="1"/>
              <a:t>inodes</a:t>
            </a:r>
            <a:r>
              <a:rPr lang="en-US" dirty="0"/>
              <a:t> consist of the following fields:</a:t>
            </a:r>
          </a:p>
          <a:p>
            <a:pPr algn="just"/>
            <a:r>
              <a:rPr lang="en-US" dirty="0"/>
              <a:t>File owner identifier: an individual owner and a "group" owner.</a:t>
            </a:r>
          </a:p>
          <a:p>
            <a:pPr algn="just"/>
            <a:r>
              <a:rPr lang="en-US" dirty="0"/>
              <a:t>File type: Files may be of type regular, directory, character or block special, or FIFO (pipes).</a:t>
            </a:r>
          </a:p>
          <a:p>
            <a:pPr algn="just"/>
            <a:r>
              <a:rPr lang="en-US" dirty="0"/>
              <a:t>File access permissions: the owner and the group owner of the file, and other users.</a:t>
            </a:r>
          </a:p>
          <a:p>
            <a:pPr algn="just"/>
            <a:r>
              <a:rPr lang="en-US" dirty="0"/>
              <a:t>File access times: giving the time the file was last modified, when it was last accessed.</a:t>
            </a:r>
          </a:p>
          <a:p>
            <a:pPr algn="just"/>
            <a:r>
              <a:rPr lang="en-US" dirty="0"/>
              <a:t>Number of links to the file: representing the number of names the file has in the directory hierarchy.</a:t>
            </a:r>
          </a:p>
          <a:p>
            <a:pPr algn="just"/>
            <a:r>
              <a:rPr lang="en-US" dirty="0"/>
              <a:t>Table of contents for the disk addresses of data in a file.</a:t>
            </a:r>
          </a:p>
          <a:p>
            <a:pPr algn="just"/>
            <a:r>
              <a:rPr lang="en-US" dirty="0"/>
              <a:t>File size: number of bytes.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154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I-NODE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8" y="843280"/>
            <a:ext cx="7815942" cy="5949406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Disk </a:t>
            </a:r>
            <a:r>
              <a:rPr lang="en-US" dirty="0" err="1"/>
              <a:t>inodes</a:t>
            </a:r>
            <a:r>
              <a:rPr lang="en-US" dirty="0"/>
              <a:t> consist of the following fields:</a:t>
            </a:r>
          </a:p>
          <a:p>
            <a:pPr algn="just"/>
            <a:r>
              <a:rPr lang="en-US" dirty="0"/>
              <a:t>File owner identifier: an individual owner and a "group" owner</a:t>
            </a:r>
          </a:p>
          <a:p>
            <a:pPr algn="just"/>
            <a:r>
              <a:rPr lang="en-US" dirty="0"/>
              <a:t>File type: Files may be of type regular, directory, character or block special, or FIFO (pipes).</a:t>
            </a:r>
          </a:p>
          <a:p>
            <a:pPr algn="just"/>
            <a:r>
              <a:rPr lang="en-US" dirty="0"/>
              <a:t>File access permissions: the owner and the group owner of the file, and other users.</a:t>
            </a:r>
          </a:p>
          <a:p>
            <a:pPr algn="just"/>
            <a:r>
              <a:rPr lang="en-US" dirty="0"/>
              <a:t>File access times: giving the time the file was last modified, when it was last accessed.</a:t>
            </a:r>
          </a:p>
          <a:p>
            <a:pPr algn="just"/>
            <a:r>
              <a:rPr lang="en-US" dirty="0"/>
              <a:t>Number of links to the file: representing the number of names the file has in the directory hierarchy.</a:t>
            </a:r>
          </a:p>
          <a:p>
            <a:pPr algn="just"/>
            <a:r>
              <a:rPr lang="en-US" dirty="0"/>
              <a:t>Table of contents for the disk addresses of data in a file.</a:t>
            </a:r>
          </a:p>
          <a:p>
            <a:pPr algn="just"/>
            <a:r>
              <a:rPr lang="en-US" dirty="0"/>
              <a:t>File size: number of bytes.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A22BCF-9555-4E7D-A9A9-284446F32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316" y="1300479"/>
            <a:ext cx="3712185" cy="464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38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System calls for 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buNone/>
            </a:pPr>
            <a:r>
              <a:rPr lang="en-US" sz="6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6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</a:t>
            </a:r>
            <a:r>
              <a:rPr lang="en-US" sz="6000" dirty="0">
                <a:latin typeface="Courier New" panose="02070309020205020404" pitchFamily="49" charset="0"/>
                <a:cs typeface="Courier New" panose="02070309020205020404" pitchFamily="49" charset="0"/>
              </a:rPr>
              <a:t>(const char *path, </a:t>
            </a:r>
            <a:r>
              <a:rPr lang="en-US" sz="6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mode_t</a:t>
            </a:r>
            <a:r>
              <a:rPr lang="en-US" sz="6000" dirty="0">
                <a:latin typeface="Courier New" panose="02070309020205020404" pitchFamily="49" charset="0"/>
                <a:cs typeface="Courier New" panose="02070309020205020404" pitchFamily="49" charset="0"/>
              </a:rPr>
              <a:t> mode);</a:t>
            </a:r>
          </a:p>
          <a:p>
            <a:pPr algn="just"/>
            <a:r>
              <a:rPr lang="en-US" sz="6000" dirty="0">
                <a:latin typeface="Courier New" panose="02070309020205020404" pitchFamily="49" charset="0"/>
                <a:cs typeface="Courier New" panose="02070309020205020404" pitchFamily="49" charset="0"/>
              </a:rPr>
              <a:t>*path </a:t>
            </a:r>
            <a:r>
              <a:rPr lang="en-US" sz="6000" dirty="0"/>
              <a:t>is a pointer that names the file</a:t>
            </a:r>
          </a:p>
          <a:p>
            <a:pPr algn="just"/>
            <a:r>
              <a:rPr lang="en-US" sz="6000" dirty="0">
                <a:latin typeface="Courier New" panose="02070309020205020404" pitchFamily="49" charset="0"/>
                <a:cs typeface="Courier New" panose="02070309020205020404" pitchFamily="49" charset="0"/>
              </a:rPr>
              <a:t>mode </a:t>
            </a:r>
            <a:r>
              <a:rPr lang="en-US" sz="6000" dirty="0"/>
              <a:t>defines the file’s access permissions. The </a:t>
            </a:r>
            <a:r>
              <a:rPr lang="en-US" sz="6000" dirty="0">
                <a:latin typeface="Courier New" panose="02070309020205020404" pitchFamily="49" charset="0"/>
                <a:cs typeface="Courier New" panose="02070309020205020404" pitchFamily="49" charset="0"/>
              </a:rPr>
              <a:t>mode</a:t>
            </a:r>
            <a:r>
              <a:rPr lang="en-US" sz="6000" dirty="0"/>
              <a:t> constants are defined in </a:t>
            </a:r>
            <a:r>
              <a:rPr lang="en-US" sz="6000" dirty="0">
                <a:latin typeface="Courier New" panose="02070309020205020404" pitchFamily="49" charset="0"/>
                <a:cs typeface="Courier New" panose="02070309020205020404" pitchFamily="49" charset="0"/>
              </a:rPr>
              <a:t>sys/</a:t>
            </a:r>
            <a:r>
              <a:rPr lang="en-US" sz="6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stat.h</a:t>
            </a:r>
            <a:r>
              <a:rPr lang="en-US" sz="6000" dirty="0"/>
              <a:t>. </a:t>
            </a:r>
          </a:p>
          <a:p>
            <a:pPr algn="just"/>
            <a:r>
              <a:rPr lang="en-US" sz="6000" dirty="0"/>
              <a:t>Multiple </a:t>
            </a:r>
            <a:r>
              <a:rPr lang="en-US" sz="6000" dirty="0">
                <a:latin typeface="Courier New" panose="02070309020205020404" pitchFamily="49" charset="0"/>
                <a:cs typeface="Courier New" panose="02070309020205020404" pitchFamily="49" charset="0"/>
              </a:rPr>
              <a:t>mode</a:t>
            </a:r>
            <a:r>
              <a:rPr lang="en-US" sz="6000" dirty="0"/>
              <a:t> values may be combined by </a:t>
            </a:r>
            <a:r>
              <a:rPr lang="en-US" sz="600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US" sz="6000" dirty="0"/>
              <a:t> (</a:t>
            </a:r>
            <a:r>
              <a:rPr lang="en-US" sz="6000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sz="6000" dirty="0"/>
              <a:t>) operator.</a:t>
            </a:r>
            <a:endParaRPr lang="en-US" sz="5100" dirty="0"/>
          </a:p>
          <a:p>
            <a:pPr marL="0" indent="0" algn="just">
              <a:buNone/>
            </a:pPr>
            <a:r>
              <a:rPr lang="en-IN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S_IRWXU 0000700     /* -</a:t>
            </a:r>
            <a:r>
              <a:rPr lang="en-IN" sz="3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rwx</a:t>
            </a:r>
            <a:r>
              <a:rPr lang="en-IN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------ */</a:t>
            </a:r>
          </a:p>
          <a:p>
            <a:pPr marL="0" indent="0" algn="just">
              <a:buNone/>
            </a:pPr>
            <a:r>
              <a:rPr lang="en-IN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S_IREAD 0000400     /* read permission, owner */</a:t>
            </a:r>
          </a:p>
          <a:p>
            <a:pPr marL="0" indent="0" algn="just">
              <a:buNone/>
            </a:pPr>
            <a:r>
              <a:rPr lang="en-IN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S_IRUSR S_IREAD</a:t>
            </a:r>
          </a:p>
          <a:p>
            <a:pPr marL="0" indent="0" algn="just">
              <a:buNone/>
            </a:pPr>
            <a:r>
              <a:rPr lang="en-IN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S_IWRITE 0000200    /* write permission, owner */</a:t>
            </a:r>
          </a:p>
          <a:p>
            <a:pPr marL="0" indent="0" algn="just">
              <a:buNone/>
            </a:pPr>
            <a:r>
              <a:rPr lang="en-IN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S_IWUSR S_IWRITE</a:t>
            </a:r>
          </a:p>
          <a:p>
            <a:pPr marL="0" indent="0" algn="just">
              <a:buNone/>
            </a:pPr>
            <a:r>
              <a:rPr lang="en-IN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S_IEXEC 0000100     /* execute/search permission, owner */</a:t>
            </a:r>
          </a:p>
          <a:p>
            <a:pPr marL="0" indent="0" algn="just">
              <a:buNone/>
            </a:pPr>
            <a:r>
              <a:rPr lang="en-IN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S_IXUSR S_IEXEC</a:t>
            </a:r>
          </a:p>
          <a:p>
            <a:pPr marL="0" indent="0" algn="just">
              <a:buNone/>
            </a:pPr>
            <a:r>
              <a:rPr lang="en-IN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S_IRWXG 0000070     /* ----</a:t>
            </a:r>
            <a:r>
              <a:rPr lang="en-IN" sz="3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rwx</a:t>
            </a:r>
            <a:r>
              <a:rPr lang="en-IN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--- */</a:t>
            </a:r>
          </a:p>
          <a:p>
            <a:pPr marL="0" indent="0" algn="just">
              <a:buNone/>
            </a:pPr>
            <a:r>
              <a:rPr lang="en-IN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S_IRGRP 0000040     /* read permission, group */</a:t>
            </a:r>
          </a:p>
          <a:p>
            <a:pPr marL="0" indent="0" algn="just">
              <a:buNone/>
            </a:pPr>
            <a:r>
              <a:rPr lang="en-IN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S_IWGRP 0000020     /* write    "         "   */</a:t>
            </a:r>
          </a:p>
          <a:p>
            <a:pPr marL="0" indent="0" algn="just">
              <a:buNone/>
            </a:pPr>
            <a:r>
              <a:rPr lang="en-IN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S_IXGRP 0000010     /* execute/search "   "   */</a:t>
            </a:r>
          </a:p>
          <a:p>
            <a:pPr marL="0" indent="0" algn="just">
              <a:buNone/>
            </a:pPr>
            <a:r>
              <a:rPr lang="en-IN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S_IRWXO 0000007     /* -------</a:t>
            </a:r>
            <a:r>
              <a:rPr lang="en-IN" sz="3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rwx</a:t>
            </a:r>
            <a:r>
              <a:rPr lang="en-IN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 marL="0" indent="0" algn="just">
              <a:buNone/>
            </a:pPr>
            <a:r>
              <a:rPr lang="en-IN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S_IROTH 0000004     /* read permission, other */</a:t>
            </a:r>
          </a:p>
          <a:p>
            <a:pPr marL="0" indent="0" algn="just">
              <a:buNone/>
            </a:pPr>
            <a:r>
              <a:rPr lang="en-IN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S_IWOTH 0000002     /* write    "         "   */</a:t>
            </a:r>
          </a:p>
          <a:p>
            <a:pPr marL="0" indent="0" algn="just">
              <a:buNone/>
            </a:pPr>
            <a:r>
              <a:rPr lang="en-IN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S_IXOTH 0000001     /* execute/search "   "   */</a:t>
            </a:r>
          </a:p>
        </p:txBody>
      </p:sp>
    </p:spTree>
    <p:extLst>
      <p:ext uri="{BB962C8B-B14F-4D97-AF65-F5344CB8AC3E}">
        <p14:creationId xmlns:p14="http://schemas.microsoft.com/office/powerpoint/2010/main" val="4181563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System calls for 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 open(const char *path, int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oflag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... );</a:t>
            </a:r>
          </a:p>
          <a:p>
            <a:pPr algn="just"/>
            <a:r>
              <a:rPr lang="en-US" sz="2400" dirty="0"/>
              <a:t>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open() </a:t>
            </a:r>
            <a:r>
              <a:rPr lang="en-US" sz="2400" dirty="0"/>
              <a:t>function establishes the connection between a file and a file descriptor.</a:t>
            </a:r>
          </a:p>
          <a:p>
            <a:pPr algn="just"/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(path, mode)  </a:t>
            </a:r>
            <a:r>
              <a:rPr lang="en-US" sz="2400" dirty="0"/>
              <a:t>is equivalent to: </a:t>
            </a:r>
          </a:p>
          <a:p>
            <a:pPr marL="0" indent="0" algn="ctr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open(path, O_WRONLY|O_CREAT|O_TRUNC, mode)</a:t>
            </a:r>
          </a:p>
          <a:p>
            <a:pPr algn="just"/>
            <a:r>
              <a:rPr lang="en-US" sz="2400" dirty="0"/>
              <a:t>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open() </a:t>
            </a:r>
            <a:r>
              <a:rPr lang="en-US" sz="2400" dirty="0"/>
              <a:t>function will return a file descriptor for the named file that is the lowest file descriptor not currently open for that process.</a:t>
            </a:r>
          </a:p>
          <a:p>
            <a:pPr algn="just"/>
            <a:r>
              <a:rPr lang="en-US" sz="2400" dirty="0"/>
              <a:t>Applications must specify exactly one of the first three values (file access modes) below in the value of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oflag</a:t>
            </a:r>
            <a:r>
              <a:rPr lang="en-US" sz="2400" dirty="0"/>
              <a:t>:</a:t>
            </a:r>
          </a:p>
          <a:p>
            <a:pPr marL="0" indent="0" algn="just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 O_RDONLY 0        /* Open the file for reading only */</a:t>
            </a:r>
          </a:p>
          <a:p>
            <a:pPr marL="0" indent="0" algn="just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 O_WRONLY 1        /* Open the file for writing only */</a:t>
            </a:r>
          </a:p>
          <a:p>
            <a:pPr marL="0" indent="0" algn="just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 O_RDWR  2       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/* Open the file for both reading and writing*/</a:t>
            </a:r>
          </a:p>
          <a:p>
            <a:pPr marL="0" indent="0" algn="just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 O_NDELAY 04       /* Non-blocking I/O */</a:t>
            </a:r>
          </a:p>
          <a:p>
            <a:pPr marL="0" indent="0" algn="just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 O_APPEND 010     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/* append (writes guaranteed at the end) */</a:t>
            </a:r>
          </a:p>
          <a:p>
            <a:pPr marL="0" indent="0" algn="just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 O_CREAT 00400  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/*open with file create (uses third open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) */</a:t>
            </a:r>
          </a:p>
          <a:p>
            <a:pPr marL="0" indent="0" algn="just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 O_TRUNC  01000    /* open with truncation */</a:t>
            </a:r>
          </a:p>
          <a:p>
            <a:pPr marL="0" indent="0" algn="just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 O_EXCL   02000    /* exclusive open */</a:t>
            </a:r>
          </a:p>
          <a:p>
            <a:pPr marL="0" indent="0" algn="just">
              <a:buNone/>
            </a:pPr>
            <a:endParaRPr lang="en-I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243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60325"/>
            <a:ext cx="10515600" cy="691515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Example: </a:t>
            </a:r>
            <a:r>
              <a:rPr lang="en-IN" sz="4000" dirty="0" err="1">
                <a:solidFill>
                  <a:schemeClr val="dk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</a:t>
            </a:r>
            <a:r>
              <a:rPr lang="en-IN" dirty="0"/>
              <a:t> and </a:t>
            </a:r>
            <a:r>
              <a:rPr lang="en-IN" sz="4000" dirty="0">
                <a:solidFill>
                  <a:schemeClr val="dk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open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" y="843280"/>
            <a:ext cx="5501639" cy="601472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#include&lt;stdio.h&gt;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#include&lt;sys/types.h&gt;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&lt;sys/stat.h&gt; </a:t>
            </a:r>
            <a:r>
              <a:rPr lang="pt-B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 defines S_IREAD &amp; S_IWRITE */</a:t>
            </a:r>
            <a:endParaRPr lang="pt-B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pt-B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int fd;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fd=creat("data.dat", S_IREAD | S_IWRITE);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if (fd == -1)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printf("Error in file opening \n");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printf(“file opened for read/write\n");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printf(“file is currently empty\n");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close(fd);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exit (0);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CF4A9C-A90E-45F2-BE1A-178AF0415049}"/>
              </a:ext>
            </a:extLst>
          </p:cNvPr>
          <p:cNvSpPr txBox="1">
            <a:spLocks/>
          </p:cNvSpPr>
          <p:nvPr/>
        </p:nvSpPr>
        <p:spPr>
          <a:xfrm>
            <a:off x="5717309" y="843280"/>
            <a:ext cx="6283577" cy="60147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fcntl.h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 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/* defines options flags 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types.h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/*defines types used by sys/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stat.h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stat.h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  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/* defines S_IREAD &amp; S_IWRITE  */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static char msg[] = "Hello, world";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char buffer[80];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open("data.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",O_RDWR | O_CREAT | O_EXCL, S_IREAD | S_IWRITE);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if (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!= -1)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500">
                <a:latin typeface="Courier New" panose="02070309020205020404" pitchFamily="49" charset="0"/>
                <a:cs typeface="Courier New" panose="02070309020205020404" pitchFamily="49" charset="0"/>
              </a:rPr>
              <a:t>(“file 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opened for read/write access\n");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write(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msg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msg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lseek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0L, 0);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/*go back to beginning of the file */</a:t>
            </a:r>
            <a:endParaRPr lang="en-U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if(read(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buffer,sizeof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msg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))==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msg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("\"%s\“was written to file\n", buffer);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else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("*** error reading data.dat ***\n");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close(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("*** data.dat already exists ***\n");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exit (0);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579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System calls for 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fcntl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fildes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int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...);</a:t>
            </a:r>
          </a:p>
          <a:p>
            <a:pPr algn="just"/>
            <a:r>
              <a:rPr lang="en-US" sz="2400" dirty="0"/>
              <a:t>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fcntl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/>
              <a:t>function provides for control over open files.</a:t>
            </a:r>
          </a:p>
          <a:p>
            <a:pPr algn="just"/>
            <a:r>
              <a:rPr lang="en-US" sz="2400" dirty="0"/>
              <a:t>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fildes</a:t>
            </a:r>
            <a:r>
              <a:rPr lang="en-US" sz="2400" dirty="0"/>
              <a:t> argument is a file descriptor.</a:t>
            </a:r>
          </a:p>
          <a:p>
            <a:pPr algn="just"/>
            <a:r>
              <a:rPr lang="en-US" sz="2400" dirty="0"/>
              <a:t>The values for </a:t>
            </a:r>
            <a:r>
              <a:rPr lang="en-US" sz="2400" dirty="0" err="1"/>
              <a:t>cmd</a:t>
            </a:r>
            <a:r>
              <a:rPr lang="en-US" sz="2400" dirty="0"/>
              <a:t> are defined in the header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fcntl.h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&gt;.</a:t>
            </a:r>
          </a:p>
          <a:p>
            <a:pPr algn="just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F_DUPFD</a:t>
            </a:r>
            <a:r>
              <a:rPr lang="en-US" sz="2400" dirty="0"/>
              <a:t>: Return a new file descriptor which is the lowest numbered available.</a:t>
            </a:r>
          </a:p>
          <a:p>
            <a:pPr algn="just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F_GETFD</a:t>
            </a:r>
            <a:r>
              <a:rPr lang="en-US" sz="2400" dirty="0"/>
              <a:t>: Get the file descriptor flags defined in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fcntl.h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&gt;.</a:t>
            </a:r>
          </a:p>
          <a:p>
            <a:pPr algn="just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F_SETFD</a:t>
            </a:r>
            <a:r>
              <a:rPr lang="en-US" sz="2400" dirty="0"/>
              <a:t>: Set the file descriptor flags defined in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fcntl.h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&gt;.</a:t>
            </a:r>
          </a:p>
          <a:p>
            <a:pPr algn="just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F_GETFL</a:t>
            </a:r>
            <a:r>
              <a:rPr lang="en-US" sz="2400" dirty="0"/>
              <a:t>: Get the file status flags and file access modes, defined in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fcntl.h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F_SETFL</a:t>
            </a:r>
            <a:r>
              <a:rPr lang="en-US" sz="2400" dirty="0"/>
              <a:t>: Set the file status flags, defined in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fcntl.h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&gt;. </a:t>
            </a:r>
            <a:r>
              <a:rPr lang="en-US" sz="2400" dirty="0"/>
              <a:t>Bits corresponding to the file access mode and 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oflag</a:t>
            </a:r>
            <a:r>
              <a:rPr lang="en-US" sz="2400" dirty="0"/>
              <a:t> values that are set in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sz="2400" dirty="0"/>
              <a:t> are ignored.</a:t>
            </a:r>
          </a:p>
          <a:p>
            <a:pPr algn="just"/>
            <a:r>
              <a:rPr lang="en-US" sz="2400" dirty="0"/>
              <a:t>Upon successful completion, the value returned depends on </a:t>
            </a:r>
            <a:r>
              <a:rPr lang="en-US" sz="2400" dirty="0" err="1"/>
              <a:t>cmd</a:t>
            </a:r>
            <a:r>
              <a:rPr lang="en-US" sz="2400" dirty="0"/>
              <a:t> as :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F_DUPFD,…,</a:t>
            </a:r>
            <a:r>
              <a:rPr lang="en-US" sz="2400" dirty="0"/>
              <a:t>etc. In case of failure, -1 is returned and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400" dirty="0"/>
              <a:t> is set to indicate the error.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81304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System calls for 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ssize_t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read(int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fildes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void *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nbyte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algn="ctr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ssize_t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write(int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fildes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const void *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nbyte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algn="ctr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just"/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2600" dirty="0"/>
              <a:t> identifies the I/O channer. </a:t>
            </a:r>
          </a:p>
          <a:p>
            <a:pPr algn="just"/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2600" dirty="0"/>
              <a:t>  points to the area in memory where the data is stored for a read() or where the data is taken from a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lang="en-US" sz="2600" dirty="0"/>
              <a:t>.</a:t>
            </a:r>
          </a:p>
          <a:p>
            <a:pPr algn="just"/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nbyte</a:t>
            </a:r>
            <a:r>
              <a:rPr lang="en-US" sz="2600" dirty="0"/>
              <a:t> defines the maximum number of characters or bytes transferred between the file and the buffer.</a:t>
            </a:r>
          </a:p>
          <a:p>
            <a:pPr algn="just"/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read() </a:t>
            </a:r>
            <a:r>
              <a:rPr lang="en-US" sz="2600" dirty="0"/>
              <a:t>and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write() </a:t>
            </a:r>
            <a:r>
              <a:rPr lang="en-US" sz="2600" dirty="0"/>
              <a:t>return the number of bytes transferred. </a:t>
            </a:r>
          </a:p>
          <a:p>
            <a:pPr algn="just"/>
            <a:r>
              <a:rPr lang="en-US" sz="2600" dirty="0"/>
              <a:t>There is no limit on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nbyte</a:t>
            </a:r>
            <a:r>
              <a:rPr lang="en-US" sz="2600" dirty="0"/>
              <a:t> size or depends on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SSIZE_MAX </a:t>
            </a:r>
            <a:r>
              <a:rPr lang="en-US" sz="2600" dirty="0"/>
              <a:t>(implementation dependent).</a:t>
            </a:r>
          </a:p>
          <a:p>
            <a:pPr algn="just"/>
            <a:r>
              <a:rPr lang="en-US" sz="2600" dirty="0"/>
              <a:t>A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nbyte</a:t>
            </a:r>
            <a:r>
              <a:rPr lang="en-US" sz="2600" dirty="0"/>
              <a:t> of 1 is used to transfer a byte at a time so called unbuffered I/O.</a:t>
            </a:r>
          </a:p>
          <a:p>
            <a:pPr algn="just"/>
            <a:r>
              <a:rPr lang="en-US" sz="2600" dirty="0"/>
              <a:t>Most efficient value for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nbyte</a:t>
            </a:r>
            <a:r>
              <a:rPr lang="en-US" sz="2600" dirty="0"/>
              <a:t> is the size of the largest physical record the I/O channel is likely to have to handle.</a:t>
            </a:r>
          </a:p>
          <a:p>
            <a:pPr algn="just"/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read() </a:t>
            </a:r>
            <a:r>
              <a:rPr lang="en-US" sz="2600" dirty="0"/>
              <a:t>and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write() </a:t>
            </a:r>
            <a:r>
              <a:rPr lang="en-US" sz="2600" dirty="0"/>
              <a:t>return a non-negative integer indicating the number of byte actually read and write. </a:t>
            </a:r>
          </a:p>
          <a:p>
            <a:pPr algn="just"/>
            <a:r>
              <a:rPr lang="en-US" sz="2600" dirty="0"/>
              <a:t>In case of failure, returned -1 and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600" dirty="0"/>
              <a:t> is set to indicate the error. 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46707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System calls for 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int close(int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fildes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algn="ctr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just"/>
            <a:r>
              <a:rPr lang="en-US" sz="2400" dirty="0"/>
              <a:t>The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close() </a:t>
            </a:r>
            <a:r>
              <a:rPr lang="en-US" sz="2400" dirty="0"/>
              <a:t>function will deallocate the file descriptor indicated by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fildes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To deallocate means to make the file descriptor available for return by subsequent calls to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open() </a:t>
            </a:r>
            <a:r>
              <a:rPr lang="en-US" sz="2400" dirty="0"/>
              <a:t>or other functions that allocate file descriptors. </a:t>
            </a:r>
          </a:p>
          <a:p>
            <a:pPr algn="just"/>
            <a:r>
              <a:rPr lang="en-US" sz="2400" dirty="0"/>
              <a:t>All outstanding record locks owned by the process on the file associated with the file descriptor will be removed.</a:t>
            </a:r>
          </a:p>
          <a:p>
            <a:pPr algn="just"/>
            <a:r>
              <a:rPr lang="en-US" sz="2400" dirty="0"/>
              <a:t>Upon successful completion,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/>
              <a:t> is returned. Otherwise, -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/>
              <a:t> is returned and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400" dirty="0"/>
              <a:t> is set to indicate the error.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39133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System calls for 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int access(const char *path, int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amode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algn="ctr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just"/>
            <a:r>
              <a:rPr lang="en-US" sz="2600" dirty="0"/>
              <a:t>It checks the file named by the pathname pointed to by the path argument for accessibility according to the bit pattern contained in </a:t>
            </a:r>
            <a:r>
              <a:rPr lang="en-US" sz="2600" dirty="0" err="1"/>
              <a:t>amode</a:t>
            </a:r>
            <a:r>
              <a:rPr lang="en-US" sz="2600" dirty="0"/>
              <a:t>, using the real user ID in place of the effective user ID and the real group ID.</a:t>
            </a:r>
          </a:p>
          <a:p>
            <a:pPr algn="just"/>
            <a:r>
              <a:rPr lang="en-US" sz="2600" dirty="0"/>
              <a:t>The value of </a:t>
            </a:r>
            <a:r>
              <a:rPr lang="en-US" sz="2600" dirty="0" err="1"/>
              <a:t>amode</a:t>
            </a:r>
            <a:r>
              <a:rPr lang="en-US" sz="2600" dirty="0"/>
              <a:t> is either the bitwise inclusive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US" sz="2600" dirty="0"/>
              <a:t> of the access permissions to be checked (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R_OK, W_OK, X_OK</a:t>
            </a:r>
            <a:r>
              <a:rPr lang="en-US" sz="2600" dirty="0"/>
              <a:t>) or the existence test,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F_OK</a:t>
            </a:r>
            <a:r>
              <a:rPr lang="en-US" sz="2600" dirty="0"/>
              <a:t>.</a:t>
            </a:r>
          </a:p>
          <a:p>
            <a:pPr algn="just"/>
            <a:r>
              <a:rPr lang="en-US" sz="2600" dirty="0"/>
              <a:t>If the requested access is permitted, access() succeeds and returns 0. Otherwise, -1 is returned and </a:t>
            </a:r>
            <a:r>
              <a:rPr lang="en-US" sz="2600" dirty="0" err="1"/>
              <a:t>errno</a:t>
            </a:r>
            <a:r>
              <a:rPr lang="en-US" sz="2600" dirty="0"/>
              <a:t> is set to indicate the error.</a:t>
            </a:r>
          </a:p>
          <a:p>
            <a:pPr algn="just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access() </a:t>
            </a:r>
            <a:r>
              <a:rPr lang="en-US" sz="2600" dirty="0"/>
              <a:t>only </a:t>
            </a:r>
            <a:r>
              <a:rPr lang="en-US" sz="2600" b="1" dirty="0"/>
              <a:t>answers</a:t>
            </a:r>
            <a:r>
              <a:rPr lang="en-US" sz="2600" dirty="0"/>
              <a:t> the question </a:t>
            </a:r>
            <a:r>
              <a:rPr lang="en-US" sz="2600" b="1" dirty="0"/>
              <a:t>do I have this permission</a:t>
            </a:r>
            <a:r>
              <a:rPr lang="en-US" sz="2600" dirty="0"/>
              <a:t>?. </a:t>
            </a:r>
          </a:p>
          <a:p>
            <a:pPr algn="just"/>
            <a:r>
              <a:rPr lang="en-US" sz="2600" dirty="0"/>
              <a:t>It </a:t>
            </a:r>
            <a:r>
              <a:rPr lang="en-US" sz="2600" b="1" dirty="0"/>
              <a:t>cannot answer </a:t>
            </a:r>
            <a:r>
              <a:rPr lang="en-US" sz="2600" dirty="0"/>
              <a:t>the question </a:t>
            </a:r>
            <a:r>
              <a:rPr lang="en-US" sz="2600" b="1" dirty="0"/>
              <a:t>what permissions do I have</a:t>
            </a:r>
            <a:r>
              <a:rPr lang="en-US" sz="2600" dirty="0"/>
              <a:t>?</a:t>
            </a:r>
          </a:p>
          <a:p>
            <a:pPr algn="just"/>
            <a:r>
              <a:rPr lang="en-US" sz="2600" dirty="0"/>
              <a:t>Access modes are often defined in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sys/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file.h</a:t>
            </a:r>
            <a:r>
              <a:rPr lang="en-US" sz="2600" dirty="0"/>
              <a:t>.</a:t>
            </a:r>
          </a:p>
          <a:p>
            <a:pPr marL="0" indent="0" algn="just">
              <a:buNone/>
            </a:pPr>
            <a:r>
              <a:rPr lang="en-US" sz="2400" dirty="0"/>
              <a:t>      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00       existence      F_OK</a:t>
            </a:r>
          </a:p>
          <a:p>
            <a:pPr marL="0" indent="0" algn="just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01       execute        X_OK</a:t>
            </a:r>
          </a:p>
          <a:p>
            <a:pPr marL="0" indent="0" algn="just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02       write          W_OK</a:t>
            </a:r>
          </a:p>
          <a:p>
            <a:pPr marL="0" indent="0" algn="just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04       read           R_OK</a:t>
            </a:r>
            <a:endParaRPr lang="en-IN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80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System calls for 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off_t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lseek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fildes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off_t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offset, int whence); #include&lt;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just"/>
            <a:r>
              <a:rPr lang="en-US" sz="2600" dirty="0"/>
              <a:t>The UNIX system file system treats an ordinary file as a sequence of bytes.  No internal structure is imposed on a file by the operating system.  </a:t>
            </a:r>
          </a:p>
          <a:p>
            <a:pPr algn="just"/>
            <a:r>
              <a:rPr lang="en-US" sz="2600" dirty="0"/>
              <a:t>Generally, a file is read or written sequentially -- that is, from beginning to the end of the file. </a:t>
            </a:r>
          </a:p>
          <a:p>
            <a:pPr algn="just"/>
            <a:r>
              <a:rPr lang="en-US" sz="2600" dirty="0"/>
              <a:t>Sometimes sequential reading and writing is not appropriate.  </a:t>
            </a:r>
          </a:p>
          <a:p>
            <a:pPr algn="just"/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lseek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600" dirty="0"/>
              <a:t>provides an opportunity to access the data randomly.</a:t>
            </a:r>
          </a:p>
          <a:p>
            <a:pPr algn="just"/>
            <a:r>
              <a:rPr lang="en-US" sz="2600" dirty="0"/>
              <a:t>The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lseek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600" dirty="0"/>
              <a:t>function will set the file offset for the open file description associated with the file descriptor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fildes</a:t>
            </a:r>
            <a:r>
              <a:rPr lang="en-US" sz="2600" dirty="0"/>
              <a:t>, as follows:</a:t>
            </a:r>
          </a:p>
          <a:p>
            <a:pPr algn="just"/>
            <a:r>
              <a:rPr lang="en-US" sz="2600" dirty="0"/>
              <a:t>If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whence</a:t>
            </a:r>
            <a:r>
              <a:rPr lang="en-US" sz="2600" dirty="0"/>
              <a:t> is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SEEK_SET </a:t>
            </a:r>
            <a:r>
              <a:rPr lang="en-US" sz="2600" dirty="0"/>
              <a:t>or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0 </a:t>
            </a:r>
            <a:r>
              <a:rPr lang="en-US" sz="2600" dirty="0"/>
              <a:t>the file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offset</a:t>
            </a:r>
            <a:r>
              <a:rPr lang="en-US" sz="2600" dirty="0"/>
              <a:t> is set to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offset</a:t>
            </a:r>
            <a:r>
              <a:rPr lang="en-US" sz="2600" dirty="0"/>
              <a:t> bytes.</a:t>
            </a:r>
          </a:p>
          <a:p>
            <a:pPr algn="just"/>
            <a:r>
              <a:rPr lang="en-US" sz="2600" dirty="0"/>
              <a:t>If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whence</a:t>
            </a:r>
            <a:r>
              <a:rPr lang="en-US" sz="2600" dirty="0"/>
              <a:t> is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SEEK_CUR </a:t>
            </a:r>
            <a:r>
              <a:rPr lang="en-US" sz="2600" dirty="0"/>
              <a:t>or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/>
              <a:t>the file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offset</a:t>
            </a:r>
            <a:r>
              <a:rPr lang="en-US" sz="2600" dirty="0"/>
              <a:t> is set to its </a:t>
            </a:r>
            <a:r>
              <a:rPr lang="en-US" sz="2600" b="1" dirty="0"/>
              <a:t>current location plus</a:t>
            </a:r>
            <a:r>
              <a:rPr lang="en-US" sz="2600" dirty="0"/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offset</a:t>
            </a:r>
            <a:r>
              <a:rPr lang="en-US" sz="2600" dirty="0"/>
              <a:t>.</a:t>
            </a:r>
          </a:p>
          <a:p>
            <a:pPr algn="just"/>
            <a:r>
              <a:rPr lang="en-US" sz="2600" dirty="0"/>
              <a:t>If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whence</a:t>
            </a:r>
            <a:r>
              <a:rPr lang="en-US" sz="2600" dirty="0"/>
              <a:t> is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SEEK_END </a:t>
            </a:r>
            <a:r>
              <a:rPr lang="en-US" sz="2600" dirty="0"/>
              <a:t>or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/>
              <a:t>the file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offset</a:t>
            </a:r>
            <a:r>
              <a:rPr lang="en-US" sz="2600" dirty="0"/>
              <a:t> is set to the </a:t>
            </a:r>
            <a:r>
              <a:rPr lang="en-US" sz="2600" b="1" dirty="0"/>
              <a:t>size of the file plus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offset</a:t>
            </a:r>
            <a:r>
              <a:rPr lang="en-US" sz="2600" dirty="0"/>
              <a:t>.</a:t>
            </a:r>
          </a:p>
          <a:p>
            <a:pPr algn="just"/>
            <a:r>
              <a:rPr lang="en-US" sz="2600" dirty="0"/>
              <a:t>The symbolic constants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SEEK_SET, SEEK_CUR </a:t>
            </a:r>
            <a:r>
              <a:rPr lang="en-US" sz="2600" dirty="0"/>
              <a:t>and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SEEK_END </a:t>
            </a:r>
            <a:r>
              <a:rPr lang="en-US" sz="2600" dirty="0"/>
              <a:t>are defined in the header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&gt;.</a:t>
            </a:r>
          </a:p>
          <a:p>
            <a:pPr algn="just"/>
            <a:r>
              <a:rPr lang="en-US" sz="2400" dirty="0"/>
              <a:t>go back to the beginning of the file 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lseek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0L, 0); </a:t>
            </a:r>
            <a:endParaRPr lang="en-IN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269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System calls for 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int link(const char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original_name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const char *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alias_name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algn="ctr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#include&lt;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just"/>
            <a:r>
              <a:rPr lang="en-US" dirty="0"/>
              <a:t>The UNIX system file structure allows more than one named reference to a given file, a feature called "aliasing".  </a:t>
            </a:r>
          </a:p>
          <a:p>
            <a:pPr algn="just"/>
            <a:r>
              <a:rPr lang="en-US" dirty="0"/>
              <a:t>Making an alias to a file means that the file has more than one name, but all names of the file refer to the same data.</a:t>
            </a:r>
          </a:p>
          <a:p>
            <a:pPr algn="just"/>
            <a:r>
              <a:rPr lang="en-US" dirty="0"/>
              <a:t>The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link() </a:t>
            </a:r>
            <a:r>
              <a:rPr lang="en-US" dirty="0"/>
              <a:t>function creates a new link (directory entry) for the existing file,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original_name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link() </a:t>
            </a:r>
            <a:r>
              <a:rPr lang="en-US" dirty="0"/>
              <a:t>function will atomically create a new link for the existing file and the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link</a:t>
            </a:r>
            <a:r>
              <a:rPr lang="en-US" dirty="0"/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dirty="0"/>
              <a:t> of the file is incremented by one.</a:t>
            </a:r>
          </a:p>
          <a:p>
            <a:pPr algn="just"/>
            <a:r>
              <a:rPr lang="en-US" dirty="0"/>
              <a:t>Upon successful completion, 0 is returned. Otherwise, -1 is returned and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dirty="0"/>
              <a:t> is set to indicate the error.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4481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System calls for 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int unlink(char *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file_name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algn="ctr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#include&lt;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just"/>
            <a:r>
              <a:rPr lang="en-US" dirty="0"/>
              <a:t>The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unlink() </a:t>
            </a:r>
            <a:r>
              <a:rPr lang="en-US" dirty="0"/>
              <a:t>function removes a link to a file.</a:t>
            </a:r>
          </a:p>
          <a:p>
            <a:pPr algn="just"/>
            <a:r>
              <a:rPr lang="en-US" dirty="0"/>
              <a:t>It simply reduces the link count field in the file's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inode</a:t>
            </a:r>
            <a:r>
              <a:rPr lang="en-US" dirty="0"/>
              <a:t> by 1.</a:t>
            </a:r>
          </a:p>
          <a:p>
            <a:pPr algn="just"/>
            <a:r>
              <a:rPr lang="en-US" dirty="0"/>
              <a:t>When the file's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link count </a:t>
            </a:r>
            <a:r>
              <a:rPr lang="en-US" dirty="0"/>
              <a:t>becomes 0 and no process has the file open, the space occupied by the file will be freed and the file will no longer be accessible.</a:t>
            </a:r>
          </a:p>
          <a:p>
            <a:pPr algn="just"/>
            <a:r>
              <a:rPr lang="en-US" dirty="0"/>
              <a:t>Upon successful completion, 0 is returned. Otherwise, -1 is returned and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dirty="0"/>
              <a:t> is set to indicate the error. If -1 is returned, the named file will not be changed..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1584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System calls for 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int dup(int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fildes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algn="ctr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int dup2(int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fildes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int fildes2);</a:t>
            </a:r>
          </a:p>
          <a:p>
            <a:pPr marL="0" indent="0" algn="ctr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#include&lt;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just"/>
            <a:r>
              <a:rPr lang="en-US" dirty="0"/>
              <a:t>The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dup() </a:t>
            </a:r>
            <a:r>
              <a:rPr lang="en-US" dirty="0"/>
              <a:t>and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dup2()</a:t>
            </a:r>
            <a:r>
              <a:rPr lang="en-US" dirty="0"/>
              <a:t> functions provide an alternative interface to the service provided by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fcntl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using the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F_DUPFD </a:t>
            </a:r>
            <a:r>
              <a:rPr lang="en-US" dirty="0"/>
              <a:t>command. </a:t>
            </a:r>
          </a:p>
          <a:p>
            <a:pPr algn="just"/>
            <a:r>
              <a:rPr lang="en-US" dirty="0"/>
              <a:t>Upon successful completion a non-negative integer, namely the file descriptor, is returned. Otherwise, -1 is returned and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dirty="0"/>
              <a:t> is set to indicate the error.</a:t>
            </a:r>
          </a:p>
          <a:p>
            <a:pPr marL="0" indent="0" algn="ctr">
              <a:buNone/>
            </a:pPr>
            <a:r>
              <a:rPr lang="en-US" dirty="0"/>
              <a:t>The call: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fid =</a:t>
            </a:r>
            <a:r>
              <a:rPr lang="en-US" dirty="0"/>
              <a:t>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dup(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fildes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;</a:t>
            </a:r>
          </a:p>
          <a:p>
            <a:pPr marL="0" indent="0" algn="ctr">
              <a:buNone/>
            </a:pPr>
            <a:r>
              <a:rPr lang="en-US" dirty="0"/>
              <a:t>is equivalent to: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fid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fcntl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fildes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F_DUPFD, 0);</a:t>
            </a:r>
          </a:p>
          <a:p>
            <a:pPr marL="0" indent="0" algn="just">
              <a:buNone/>
            </a:pPr>
            <a:endParaRPr lang="en-US" sz="1400" dirty="0"/>
          </a:p>
          <a:p>
            <a:pPr marL="0" indent="0" algn="just">
              <a:buNone/>
            </a:pPr>
            <a:r>
              <a:rPr lang="en-US" dirty="0"/>
              <a:t>The call: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fid = dup2(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fildes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fildes2)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is equivalent to: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close(fildes2)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fid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fcntl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fildes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F_DUPFD, fildes2)</a:t>
            </a:r>
            <a:r>
              <a:rPr lang="en-US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9396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698" y="60325"/>
            <a:ext cx="10799228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Reading and Writing to a file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CF4A9C-A90E-45F2-BE1A-178AF0415049}"/>
              </a:ext>
            </a:extLst>
          </p:cNvPr>
          <p:cNvSpPr txBox="1">
            <a:spLocks/>
          </p:cNvSpPr>
          <p:nvPr/>
        </p:nvSpPr>
        <p:spPr>
          <a:xfrm>
            <a:off x="1863334" y="1010195"/>
            <a:ext cx="7271232" cy="55342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" indent="0" algn="just">
              <a:spcBef>
                <a:spcPts val="10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#include. &lt;fcntl.h&gt;</a:t>
            </a:r>
          </a:p>
          <a:p>
            <a:pPr marL="36000" indent="0" algn="just">
              <a:spcBef>
                <a:spcPts val="10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char string[] = "hello";</a:t>
            </a:r>
          </a:p>
          <a:p>
            <a:pPr marL="36000" indent="0" algn="just">
              <a:spcBef>
                <a:spcPts val="10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main(argc, argv)</a:t>
            </a:r>
          </a:p>
          <a:p>
            <a:pPr marL="36000" indent="0" algn="just">
              <a:spcBef>
                <a:spcPts val="10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93200" lvl="1" indent="0" algn="just">
              <a:spcBef>
                <a:spcPts val="10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fd;</a:t>
            </a:r>
          </a:p>
          <a:p>
            <a:pPr marL="493200" lvl="1" indent="0" algn="just">
              <a:spcBef>
                <a:spcPts val="10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char but1256];</a:t>
            </a:r>
          </a:p>
          <a:p>
            <a:pPr marL="493200" lvl="1" indent="0" algn="just">
              <a:spcBef>
                <a:spcPts val="10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(argc== 2)</a:t>
            </a:r>
          </a:p>
          <a:p>
            <a:pPr marL="493200" lvl="1" indent="0" algn="just">
              <a:spcBef>
                <a:spcPts val="10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fd = open("Wfile.txt", O_WRONLY) ;</a:t>
            </a:r>
          </a:p>
          <a:p>
            <a:pPr marL="493200" lvl="1" indent="0" algn="just">
              <a:spcBef>
                <a:spcPts val="10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493200" lvl="1" indent="0" algn="just">
              <a:spcBef>
                <a:spcPts val="10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fd = open("Rfile.txt", O_RDONLY) ;</a:t>
            </a:r>
          </a:p>
          <a:p>
            <a:pPr marL="493200" lvl="1" indent="0" algn="just">
              <a:spcBef>
                <a:spcPts val="10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for (;;)</a:t>
            </a:r>
          </a:p>
          <a:p>
            <a:pPr marL="493200" lvl="1" indent="0" algn="just">
              <a:spcBef>
                <a:spcPts val="10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if (argc == 2)</a:t>
            </a:r>
          </a:p>
          <a:p>
            <a:pPr marL="493200" lvl="1" indent="0" algn="just">
              <a:spcBef>
                <a:spcPts val="10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    write(fd, string, 6) ;</a:t>
            </a:r>
          </a:p>
          <a:p>
            <a:pPr marL="493200" lvl="1" indent="0" algn="just">
              <a:spcBef>
                <a:spcPts val="10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pPr marL="493200" lvl="1" indent="0" algn="just">
              <a:spcBef>
                <a:spcPts val="100"/>
              </a:spcBef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    read(fd, buf, 6); </a:t>
            </a:r>
          </a:p>
          <a:p>
            <a:pPr marL="36000" indent="0" algn="just">
              <a:spcBef>
                <a:spcPts val="100"/>
              </a:spcBef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2057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</a:t>
            </a:r>
            <a:r>
              <a:rPr lang="en-IN" dirty="0" err="1"/>
              <a:t>ys.stat.h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It defines the structure of the data returned by the functions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fstat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lstat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dirty="0"/>
              <a:t>and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stat().</a:t>
            </a:r>
          </a:p>
          <a:p>
            <a:pPr marL="457200" lvl="1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chmod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(const char *,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0" lvl="1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fchmod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(int,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0" lvl="1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(int, struct stat *);</a:t>
            </a:r>
          </a:p>
          <a:p>
            <a:pPr marL="457200" lvl="1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(const char *, struct stat *);</a:t>
            </a:r>
          </a:p>
          <a:p>
            <a:pPr marL="457200" lvl="1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(const char *,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0" lvl="1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mkfifo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(const char *,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0" lvl="1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mknod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(const char *,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0" lvl="1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   stat(const char *, struct stat *);</a:t>
            </a:r>
          </a:p>
          <a:p>
            <a:pPr marL="457200" lvl="1" indent="0" algn="just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umask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648775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</a:t>
            </a:r>
            <a:r>
              <a:rPr lang="en-IN" dirty="0" err="1"/>
              <a:t>ys.stat.h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chmod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(const char *,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mode_t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just"/>
            <a:r>
              <a:rPr lang="en-US" dirty="0"/>
              <a:t>It changes the file permission by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mode</a:t>
            </a:r>
            <a:r>
              <a:rPr lang="en-US" dirty="0"/>
              <a:t>. </a:t>
            </a:r>
          </a:p>
          <a:p>
            <a:pPr algn="just"/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S_ISUID</a:t>
            </a:r>
            <a:r>
              <a:rPr lang="nl-NL" dirty="0"/>
              <a:t>	sets user ID on execution.</a:t>
            </a:r>
          </a:p>
          <a:p>
            <a:pPr algn="just"/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S_ISGID</a:t>
            </a:r>
            <a:r>
              <a:rPr lang="nl-NL" dirty="0"/>
              <a:t>	sets group ID on execution.</a:t>
            </a:r>
          </a:p>
          <a:p>
            <a:pPr algn="just"/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S_ISVTX</a:t>
            </a:r>
            <a:r>
              <a:rPr lang="nl-NL" dirty="0"/>
              <a:t>	</a:t>
            </a:r>
            <a:r>
              <a:rPr lang="en-US" dirty="0"/>
              <a:t>sets on the directory, restricted deletion flag.</a:t>
            </a:r>
          </a:p>
          <a:p>
            <a:pPr algn="just"/>
            <a:r>
              <a:rPr lang="en-US" dirty="0"/>
              <a:t>The effective user ID of the process must match the owner of the file or the process must have appropriate privileges in order to do this.</a:t>
            </a:r>
          </a:p>
          <a:p>
            <a:pPr algn="just"/>
            <a:r>
              <a:rPr lang="en-US" dirty="0"/>
              <a:t>Upon successful completion, 0 is returned. Otherwise, -1 is returned and no change to the file mode will occur.</a:t>
            </a:r>
          </a:p>
          <a:p>
            <a:pPr algn="just"/>
            <a:r>
              <a:rPr lang="en-US" dirty="0"/>
              <a:t>The effective user ID of the process is the same as that of the owner ID of the file or  directory.</a:t>
            </a:r>
          </a:p>
          <a:p>
            <a:pPr algn="just"/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692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</a:t>
            </a:r>
            <a:r>
              <a:rPr lang="en-IN" dirty="0" err="1"/>
              <a:t>ys.stat.h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fchmod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fildes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mode_t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mode);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dirty="0"/>
              <a:t>It has the same effect as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chmod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except that the file whose permissions are to be changed is specified by the file descriptor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fildes</a:t>
            </a:r>
            <a:r>
              <a:rPr lang="en-US" dirty="0"/>
              <a:t>.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027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</a:t>
            </a:r>
            <a:r>
              <a:rPr lang="en-IN" dirty="0" err="1"/>
              <a:t>ys.stat.h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mode_t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umask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mode_t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cmask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dirty="0"/>
              <a:t>It set and get file mode creation mask.</a:t>
            </a:r>
          </a:p>
          <a:p>
            <a:pPr algn="just"/>
            <a:r>
              <a:rPr lang="en-US" dirty="0"/>
              <a:t>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umask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function sets the process' file mode creation mask to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cmask</a:t>
            </a:r>
            <a:r>
              <a:rPr lang="en-US" dirty="0"/>
              <a:t> and returns the previous value of the mask.</a:t>
            </a:r>
          </a:p>
          <a:p>
            <a:pPr algn="just"/>
            <a:r>
              <a:rPr lang="en-US" dirty="0"/>
              <a:t>It sets the process’s file mode.</a:t>
            </a:r>
          </a:p>
          <a:p>
            <a:pPr algn="just"/>
            <a:r>
              <a:rPr lang="en-US" dirty="0"/>
              <a:t>Return previous value of the mask.</a:t>
            </a:r>
          </a:p>
          <a:p>
            <a:pPr algn="just"/>
            <a:r>
              <a:rPr lang="en-IN" dirty="0"/>
              <a:t>No errors are defined.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242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</a:t>
            </a:r>
            <a:r>
              <a:rPr lang="en-IN" dirty="0" err="1"/>
              <a:t>ys.stat.h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 stat(const char *path, struct stat *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just"/>
            <a:r>
              <a:rPr lang="en-US" dirty="0"/>
              <a:t>It gets the status of file specified by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*path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It obtains information about the named file and writes it to the area pointed to by 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dirty="0"/>
              <a:t> argument. </a:t>
            </a:r>
          </a:p>
          <a:p>
            <a:pPr algn="just"/>
            <a:r>
              <a:rPr lang="en-US" dirty="0"/>
              <a:t>Read, write or execute permission of the named file is not required.</a:t>
            </a:r>
          </a:p>
          <a:p>
            <a:pPr algn="just"/>
            <a:r>
              <a:rPr lang="en-US" dirty="0"/>
              <a:t>Upon successful completion, 0 is returned. Otherwise, -1 is returned.</a:t>
            </a:r>
          </a:p>
          <a:p>
            <a:pPr marL="0" indent="0" algn="ctr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fstat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fildes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struct stat *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just"/>
            <a:r>
              <a:rPr lang="en-US" dirty="0"/>
              <a:t>It has the same effect as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stat(). </a:t>
            </a:r>
            <a:r>
              <a:rPr lang="en-US" dirty="0"/>
              <a:t>In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fstat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dirty="0"/>
              <a:t> </a:t>
            </a:r>
            <a:r>
              <a:rPr lang="en-US" dirty="0"/>
              <a:t>takes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dirty="0"/>
              <a:t> instead of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3272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</a:t>
            </a:r>
            <a:r>
              <a:rPr lang="en-IN" dirty="0" err="1"/>
              <a:t>ys.stat.h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lstat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(const char *path, struct stat *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just"/>
            <a:r>
              <a:rPr lang="en-US" dirty="0"/>
              <a:t>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lstat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function has the same effect as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stat(), </a:t>
            </a:r>
            <a:r>
              <a:rPr lang="en-US" dirty="0"/>
              <a:t>except when path refers to a symbolic link. In that case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lstat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returns information about the link, while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stat() </a:t>
            </a:r>
            <a:r>
              <a:rPr lang="en-US" dirty="0"/>
              <a:t>returns information about the file the link references.</a:t>
            </a:r>
          </a:p>
        </p:txBody>
      </p:sp>
    </p:spTree>
    <p:extLst>
      <p:ext uri="{BB962C8B-B14F-4D97-AF65-F5344CB8AC3E}">
        <p14:creationId xmlns:p14="http://schemas.microsoft.com/office/powerpoint/2010/main" val="4264729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</a:t>
            </a:r>
            <a:r>
              <a:rPr lang="en-IN" dirty="0" err="1"/>
              <a:t>ys.stat.h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char *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mode_t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mode);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dirty="0"/>
              <a:t>It creates a new directory with name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US" dirty="0"/>
              <a:t>. The file permission bits of the new directory are </a:t>
            </a:r>
            <a:r>
              <a:rPr lang="en-US" dirty="0" err="1"/>
              <a:t>initialised</a:t>
            </a:r>
            <a:r>
              <a:rPr lang="en-US" dirty="0"/>
              <a:t> from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mode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newly created directory will be an empty directory.</a:t>
            </a:r>
          </a:p>
          <a:p>
            <a:pPr algn="just"/>
            <a:r>
              <a:rPr lang="en-US" dirty="0"/>
              <a:t>Upon successful completion,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will mark for update 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st_atime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st_ctime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st_mtime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fields of the directory. Also, 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st_ctime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and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st_mtime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fields of the directory.</a:t>
            </a:r>
          </a:p>
          <a:p>
            <a:pPr algn="just"/>
            <a:r>
              <a:rPr lang="en-US" dirty="0"/>
              <a:t>Upon successful completion,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returns 0. Otherwise, -1 is returned.</a:t>
            </a:r>
          </a:p>
        </p:txBody>
      </p:sp>
    </p:spTree>
    <p:extLst>
      <p:ext uri="{BB962C8B-B14F-4D97-AF65-F5344CB8AC3E}">
        <p14:creationId xmlns:p14="http://schemas.microsoft.com/office/powerpoint/2010/main" val="4253544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</a:t>
            </a:r>
            <a:r>
              <a:rPr lang="en-IN" dirty="0" err="1"/>
              <a:t>ys.stat.h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94940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mknod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char *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mode_t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mode, 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dev_t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dev);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dirty="0"/>
              <a:t>It creates a new file named by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only portable use of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mknod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is to create a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FIFO</a:t>
            </a:r>
            <a:r>
              <a:rPr lang="en-US" dirty="0"/>
              <a:t>-special file. If mode is not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S_IFIFO </a:t>
            </a:r>
            <a:r>
              <a:rPr lang="en-US" dirty="0"/>
              <a:t>or dev is not 0, the </a:t>
            </a:r>
            <a:r>
              <a:rPr lang="en-US" dirty="0" err="1"/>
              <a:t>behaviour</a:t>
            </a:r>
            <a:r>
              <a:rPr lang="en-US" dirty="0"/>
              <a:t> of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mknod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is unspecified.</a:t>
            </a:r>
          </a:p>
          <a:p>
            <a:pPr algn="just"/>
            <a:r>
              <a:rPr lang="en-US" dirty="0"/>
              <a:t>The file type for path is OR-ed into 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mode</a:t>
            </a:r>
            <a:r>
              <a:rPr lang="en-US" dirty="0"/>
              <a:t> argument, and must be selected from one of the following symbolic constants:</a:t>
            </a:r>
          </a:p>
          <a:p>
            <a:pPr marL="457200" lvl="1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S_IFIFO</a:t>
            </a:r>
            <a:r>
              <a:rPr lang="en-US" sz="2800" dirty="0"/>
              <a:t>	FIFO-special</a:t>
            </a:r>
          </a:p>
          <a:p>
            <a:pPr marL="457200" lvl="1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S_IFCHR</a:t>
            </a:r>
            <a:r>
              <a:rPr lang="en-US" sz="2800" dirty="0"/>
              <a:t>	Character-special (non-portable)</a:t>
            </a:r>
          </a:p>
          <a:p>
            <a:pPr marL="457200" lvl="1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S_IFDIR</a:t>
            </a:r>
            <a:r>
              <a:rPr lang="en-US" sz="2800" dirty="0"/>
              <a:t>	Directory (non-portable)</a:t>
            </a:r>
          </a:p>
          <a:p>
            <a:pPr marL="457200" lvl="1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S_IFBLK</a:t>
            </a:r>
            <a:r>
              <a:rPr lang="en-US" sz="2800" dirty="0"/>
              <a:t>	Block-special (non-portable)</a:t>
            </a:r>
          </a:p>
          <a:p>
            <a:pPr marL="457200" lvl="1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S_IFREG</a:t>
            </a:r>
            <a:r>
              <a:rPr lang="en-US" sz="2800" dirty="0"/>
              <a:t>	Regular (non-portable)</a:t>
            </a:r>
          </a:p>
          <a:p>
            <a:pPr algn="just"/>
            <a:r>
              <a:rPr lang="en-US" dirty="0"/>
              <a:t>Upon successful completion,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mknod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returns 0. Otherwise, it returns -1.</a:t>
            </a:r>
          </a:p>
        </p:txBody>
      </p:sp>
    </p:spTree>
    <p:extLst>
      <p:ext uri="{BB962C8B-B14F-4D97-AF65-F5344CB8AC3E}">
        <p14:creationId xmlns:p14="http://schemas.microsoft.com/office/powerpoint/2010/main" val="3380727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5442-06A0-4679-83B3-7107504F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51765"/>
            <a:ext cx="10515600" cy="6915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94A3-A096-4086-8AEB-1A1949CB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515600" cy="5699760"/>
          </a:xfrm>
        </p:spPr>
        <p:txBody>
          <a:bodyPr>
            <a:normAutofit/>
          </a:bodyPr>
          <a:lstStyle/>
          <a:p>
            <a:pPr algn="just"/>
            <a:r>
              <a:rPr lang="en-US" i="1" dirty="0"/>
              <a:t>The Design of the Unix Operating System </a:t>
            </a:r>
            <a:r>
              <a:rPr lang="en-US" dirty="0"/>
              <a:t>by Maurice J. Bach, </a:t>
            </a:r>
            <a:r>
              <a:rPr lang="en-US" i="1" dirty="0"/>
              <a:t>PHI Publication</a:t>
            </a:r>
            <a:r>
              <a:rPr lang="en-US" dirty="0"/>
              <a:t>.</a:t>
            </a:r>
          </a:p>
          <a:p>
            <a:pPr algn="just"/>
            <a:r>
              <a:rPr lang="en-IN" dirty="0">
                <a:latin typeface="Calibri "/>
                <a:cs typeface="Courier New" panose="02070309020205020404" pitchFamily="49" charset="0"/>
                <a:hlinkClick r:id="rId2"/>
              </a:rPr>
              <a:t>http://www.di.uevora.pt/~lmr/syscalls.html</a:t>
            </a:r>
            <a:endParaRPr lang="en-IN" dirty="0">
              <a:latin typeface="Calibri "/>
              <a:cs typeface="Courier New" panose="02070309020205020404" pitchFamily="49" charset="0"/>
            </a:endParaRPr>
          </a:p>
          <a:p>
            <a:pPr algn="just"/>
            <a:endParaRPr lang="en-IN" dirty="0">
              <a:latin typeface="Calibri 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140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1385</TotalTime>
  <Words>3343</Words>
  <Application>Microsoft Office PowerPoint</Application>
  <PresentationFormat>Widescreen</PresentationFormat>
  <Paragraphs>267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</vt:lpstr>
      <vt:lpstr>Calibri Light</vt:lpstr>
      <vt:lpstr>Courier New</vt:lpstr>
      <vt:lpstr>Office Theme</vt:lpstr>
      <vt:lpstr>File Access</vt:lpstr>
      <vt:lpstr>I-NODE</vt:lpstr>
      <vt:lpstr>I-NODE</vt:lpstr>
      <vt:lpstr>I-NODE</vt:lpstr>
      <vt:lpstr>System calls for file system</vt:lpstr>
      <vt:lpstr>System calls for file system</vt:lpstr>
      <vt:lpstr>Example: creat and open</vt:lpstr>
      <vt:lpstr>System calls for file system</vt:lpstr>
      <vt:lpstr>System calls for file system</vt:lpstr>
      <vt:lpstr>System calls for file system</vt:lpstr>
      <vt:lpstr>System calls for file system</vt:lpstr>
      <vt:lpstr>System calls for file system</vt:lpstr>
      <vt:lpstr>System calls for file system</vt:lpstr>
      <vt:lpstr>System calls for file system</vt:lpstr>
      <vt:lpstr>System calls for file system</vt:lpstr>
      <vt:lpstr>Reading and Writing to a file</vt:lpstr>
      <vt:lpstr>sys.stat.h</vt:lpstr>
      <vt:lpstr>sys.stat.h</vt:lpstr>
      <vt:lpstr>sys.stat.h</vt:lpstr>
      <vt:lpstr>sys.stat.h</vt:lpstr>
      <vt:lpstr>sys.stat.h</vt:lpstr>
      <vt:lpstr>sys.stat.h</vt:lpstr>
      <vt:lpstr>sys.stat.h</vt:lpstr>
      <vt:lpstr>sys.stat.h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Semaphore</dc:title>
  <dc:creator>Kuldeep Singh</dc:creator>
  <cp:lastModifiedBy>Kuldeep Singh</cp:lastModifiedBy>
  <cp:revision>7</cp:revision>
  <dcterms:created xsi:type="dcterms:W3CDTF">2024-04-25T15:13:34Z</dcterms:created>
  <dcterms:modified xsi:type="dcterms:W3CDTF">2024-05-03T04:50:53Z</dcterms:modified>
</cp:coreProperties>
</file>