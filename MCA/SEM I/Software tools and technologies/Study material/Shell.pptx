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hell-programming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hell-programming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hell-programming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hell-programming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hell-programming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hell-programming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hell-programming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hell-programming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hell-programming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hell-programming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hell-programming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hell-programming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hell-programming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hell-programming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hell-programming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Shell-programming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Shell-programming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Shell-programming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Shell-programming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Shell-programming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Shell-programming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Shell-programming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Shell-programming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Shell-programming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Shell-programming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Shell-programming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Shell-programming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Shell-programming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Shell-programming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Shell-programming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Shell-programming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Shell-programming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Shell-programming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Shell-programming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Shell-programming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Shell-programming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Shell-programming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Shell-programming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Shell-programming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Shell-programming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Shell-programming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Shell-programming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Shell-programming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-Shell-programming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-Shell-programming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-Shell-programming-4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-Shell-programming-4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-Shell-programming-4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-Shell-programming-4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-Shell-programming-5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-Shell-programming-5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-Shell-programming-5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-Shell-programming-5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