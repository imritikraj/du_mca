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1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6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 /><Relationship Id="rId1" Type="http://schemas.openxmlformats.org/officeDocument/2006/relationships/slideLayout" Target="../slideLayouts/slideLayout6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 /><Relationship Id="rId1" Type="http://schemas.openxmlformats.org/officeDocument/2006/relationships/slideLayout" Target="../slideLayouts/slideLayout6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 /><Relationship Id="rId1" Type="http://schemas.openxmlformats.org/officeDocument/2006/relationships/slideLayout" Target="../slideLayouts/slideLayout6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 /><Relationship Id="rId1" Type="http://schemas.openxmlformats.org/officeDocument/2006/relationships/slideLayout" Target="../slideLayouts/slideLayout6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 /><Relationship Id="rId1" Type="http://schemas.openxmlformats.org/officeDocument/2006/relationships/slideLayout" Target="../slideLayouts/slideLayout6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 /><Relationship Id="rId1" Type="http://schemas.openxmlformats.org/officeDocument/2006/relationships/slideLayout" Target="../slideLayouts/slideLayout6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 /><Relationship Id="rId1" Type="http://schemas.openxmlformats.org/officeDocument/2006/relationships/slideLayout" Target="../slideLayouts/slideLayout6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 /><Relationship Id="rId1" Type="http://schemas.openxmlformats.org/officeDocument/2006/relationships/slideLayout" Target="../slideLayouts/slideLayout6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 /><Relationship Id="rId1" Type="http://schemas.openxmlformats.org/officeDocument/2006/relationships/slideLayout" Target="../slideLayouts/slideLayout6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 /><Relationship Id="rId1" Type="http://schemas.openxmlformats.org/officeDocument/2006/relationships/slideLayout" Target="../slideLayouts/slideLayout6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 /><Relationship Id="rId1" Type="http://schemas.openxmlformats.org/officeDocument/2006/relationships/slideLayout" Target="../slideLayouts/slideLayout6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 /><Relationship Id="rId1" Type="http://schemas.openxmlformats.org/officeDocument/2006/relationships/slideLayout" Target="../slideLayouts/slideLayout6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 /><Relationship Id="rId1" Type="http://schemas.openxmlformats.org/officeDocument/2006/relationships/slideLayout" Target="../slideLayouts/slideLayout6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 /><Relationship Id="rId1" Type="http://schemas.openxmlformats.org/officeDocument/2006/relationships/slideLayout" Target="../slideLayouts/slideLayout6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 /><Relationship Id="rId1" Type="http://schemas.openxmlformats.org/officeDocument/2006/relationships/slideLayout" Target="../slideLayouts/slideLayout6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 /><Relationship Id="rId1" Type="http://schemas.openxmlformats.org/officeDocument/2006/relationships/slideLayout" Target="../slideLayouts/slideLayout6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 /><Relationship Id="rId1" Type="http://schemas.openxmlformats.org/officeDocument/2006/relationships/slideLayout" Target="../slideLayouts/slideLayout6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 /><Relationship Id="rId1" Type="http://schemas.openxmlformats.org/officeDocument/2006/relationships/slideLayout" Target="../slideLayouts/slideLayout6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0</Words>
  <Application>Microsoft Office PowerPoint</Application>
  <PresentationFormat>On-screen Show (4:3)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hp</dc:creator>
  <cp:keywords/>
  <dc:description>generated using python-pptx</dc:description>
  <cp:lastModifiedBy>aditya rana</cp:lastModifiedBy>
  <cp:revision>4</cp:revision>
  <dcterms:created xsi:type="dcterms:W3CDTF">2013-01-27T09:14:16Z</dcterms:created>
  <dcterms:modified xsi:type="dcterms:W3CDTF">2024-12-23T16:07:36Z</dcterms:modified>
  <cp:category/>
</cp:coreProperties>
</file>