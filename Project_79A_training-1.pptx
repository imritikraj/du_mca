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/>
              <a:t>First Training Program – Section 79A IT Act, 2000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 b="1"/>
            </a:pPr>
            <a:r>
              <a:rPr dirty="0"/>
              <a:t>📅 Training Schedule:</a:t>
            </a:r>
          </a:p>
          <a:p>
            <a:pPr>
              <a:defRPr sz="1600"/>
            </a:pPr>
            <a:r>
              <a:rPr dirty="0"/>
              <a:t>• Introduction to Section 79A </a:t>
            </a:r>
            <a:r>
              <a:rPr lang="en-IN" dirty="0"/>
              <a:t>of IT Act 2000</a:t>
            </a:r>
            <a:r>
              <a:rPr dirty="0"/>
              <a:t>– Legal background</a:t>
            </a:r>
            <a:r>
              <a:rPr lang="en-IN" dirty="0"/>
              <a:t>.</a:t>
            </a:r>
          </a:p>
          <a:p>
            <a:pPr>
              <a:defRPr sz="1600"/>
            </a:pPr>
            <a:endParaRPr dirty="0"/>
          </a:p>
          <a:p>
            <a:pPr>
              <a:defRPr sz="1600"/>
            </a:pPr>
            <a:r>
              <a:rPr dirty="0"/>
              <a:t>• Role of Examiner</a:t>
            </a:r>
            <a:r>
              <a:rPr lang="en-US" dirty="0"/>
              <a:t> </a:t>
            </a:r>
            <a:r>
              <a:rPr dirty="0"/>
              <a:t>of Electronic Evidence</a:t>
            </a:r>
            <a:r>
              <a:rPr lang="en-US" dirty="0"/>
              <a:t>s</a:t>
            </a:r>
          </a:p>
          <a:p>
            <a:pPr>
              <a:defRPr sz="1600"/>
            </a:pPr>
            <a:endParaRPr dirty="0"/>
          </a:p>
          <a:p>
            <a:pPr>
              <a:defRPr sz="1600"/>
            </a:pPr>
            <a:r>
              <a:rPr dirty="0"/>
              <a:t>• Scheme Overview – Accreditation &amp; Standards (ISO/IEC 17025, ISO/IEC 27037)</a:t>
            </a:r>
            <a:endParaRPr lang="en-IN" dirty="0"/>
          </a:p>
          <a:p>
            <a:pPr>
              <a:defRPr sz="1600"/>
            </a:pPr>
            <a:endParaRPr dirty="0"/>
          </a:p>
          <a:p>
            <a:pPr>
              <a:defRPr sz="1600"/>
            </a:pPr>
            <a:r>
              <a:rPr dirty="0"/>
              <a:t>•  Q&amp;A / Feedback Session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295400"/>
            <a:ext cx="4297680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500" dirty="0"/>
          </a:p>
          <a:p>
            <a:pPr>
              <a:defRPr sz="2000" b="1"/>
            </a:pPr>
            <a:r>
              <a:rPr sz="1500" dirty="0"/>
              <a:t>🎯 Objectives:</a:t>
            </a:r>
          </a:p>
          <a:p>
            <a:pPr>
              <a:defRPr sz="1600"/>
            </a:pPr>
            <a:r>
              <a:rPr sz="1500" dirty="0"/>
              <a:t>• Awareness of Section 79A and accreditation scheme</a:t>
            </a:r>
          </a:p>
          <a:p>
            <a:pPr>
              <a:defRPr sz="1600"/>
            </a:pPr>
            <a:r>
              <a:rPr sz="1500" dirty="0"/>
              <a:t>• Understanding </a:t>
            </a:r>
            <a:r>
              <a:rPr lang="en-US" sz="1500" dirty="0"/>
              <a:t>the </a:t>
            </a:r>
            <a:r>
              <a:rPr sz="1500" dirty="0"/>
              <a:t>role of Examiners of Electronic Evidence</a:t>
            </a:r>
          </a:p>
          <a:p>
            <a:pPr>
              <a:defRPr sz="1600"/>
            </a:pPr>
            <a:r>
              <a:rPr sz="1500" dirty="0"/>
              <a:t>• Familiarization with forensic domains (Computer, Mobile, Network, Digital Video, etc.)</a:t>
            </a:r>
            <a:endParaRPr lang="en-IN" sz="1500" dirty="0"/>
          </a:p>
          <a:p>
            <a:pPr>
              <a:defRPr sz="1600"/>
            </a:pPr>
            <a:endParaRPr lang="en-IN" sz="1500" dirty="0"/>
          </a:p>
          <a:p>
            <a:pPr marL="285750" indent="-285750">
              <a:buFont typeface="Arial" panose="020B0604020202020204" pitchFamily="34" charset="0"/>
              <a:buChar char="•"/>
              <a:defRPr sz="1600"/>
            </a:pPr>
            <a:r>
              <a:rPr lang="en-IN" sz="1500" dirty="0"/>
              <a:t>Understanding</a:t>
            </a:r>
            <a:r>
              <a:rPr lang="it-IT" sz="1400" dirty="0"/>
              <a:t> Accreditation process &amp; Standards (ISO/IEC 17025, ISO/IEC 27037)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/>
            </a:pPr>
            <a:endParaRPr sz="1500" dirty="0"/>
          </a:p>
          <a:p>
            <a:br>
              <a:rPr sz="1500" dirty="0"/>
            </a:br>
            <a:r>
              <a:rPr sz="1500" dirty="0"/>
              <a:t>👥 </a:t>
            </a:r>
            <a:r>
              <a:rPr sz="1500" b="1" dirty="0"/>
              <a:t>Target Audience</a:t>
            </a:r>
            <a:r>
              <a:rPr sz="1500" dirty="0"/>
              <a:t>:</a:t>
            </a:r>
          </a:p>
          <a:p>
            <a:pPr>
              <a:defRPr sz="1600"/>
            </a:pPr>
            <a:r>
              <a:rPr sz="1500" dirty="0"/>
              <a:t>• Stakeholders (Govt. agencies)</a:t>
            </a:r>
          </a:p>
          <a:p>
            <a:pPr>
              <a:defRPr sz="1600"/>
            </a:pPr>
            <a:r>
              <a:rPr sz="1500" dirty="0"/>
              <a:t>• Users</a:t>
            </a:r>
          </a:p>
          <a:p>
            <a:pPr>
              <a:defRPr sz="1600"/>
            </a:pPr>
            <a:r>
              <a:rPr sz="1500" dirty="0"/>
              <a:t>• Operators</a:t>
            </a:r>
          </a:p>
          <a:p>
            <a:br>
              <a:rPr sz="1500" dirty="0"/>
            </a:br>
            <a:endParaRPr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130</Words>
  <Application>Microsoft Office PowerPoint</Application>
  <PresentationFormat>On-screen Show (4:3)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First Training Program – Section 79A IT Act, 2000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Training Program – Section 79A IT Act, 2000</dc:title>
  <dc:subject/>
  <dc:creator>ADMIN</dc:creator>
  <cp:keywords/>
  <dc:description>generated using python-pptx</dc:description>
  <cp:lastModifiedBy>ADMIN</cp:lastModifiedBy>
  <cp:revision>12</cp:revision>
  <dcterms:created xsi:type="dcterms:W3CDTF">2013-01-27T09:14:16Z</dcterms:created>
  <dcterms:modified xsi:type="dcterms:W3CDTF">2025-09-20T16:09:31Z</dcterms:modified>
  <cp:category/>
</cp:coreProperties>
</file>